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76" r:id="rId10"/>
    <p:sldId id="266" r:id="rId11"/>
    <p:sldId id="267" r:id="rId12"/>
    <p:sldId id="268" r:id="rId13"/>
    <p:sldId id="269" r:id="rId14"/>
    <p:sldId id="270" r:id="rId15"/>
    <p:sldId id="271" r:id="rId16"/>
    <p:sldId id="272" r:id="rId17"/>
    <p:sldId id="273" r:id="rId18"/>
    <p:sldId id="275" r:id="rId19"/>
    <p:sldId id="274" r:id="rId20"/>
  </p:sldIdLst>
  <p:sldSz cx="12188825" cy="6858000"/>
  <p:notesSz cx="6761163" cy="9942513"/>
  <p:embeddedFontLst>
    <p:embeddedFont>
      <p:font typeface="Gill Sans" panose="020B0604020202020204" charset="0"/>
      <p:regular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ip RAJ"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AD9F9A4-6209-4B79-A726-875C9723F9B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03D46B1-7A9E-409F-B616-10CFBBF69FDA}" styleName="Table_1">
    <a:wholeTbl>
      <a:tcTxStyle>
        <a:font>
          <a:latin typeface="Gill Sans MT"/>
          <a:ea typeface="Gill Sans MT"/>
          <a:cs typeface="Gill Sans MT"/>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EF0"/>
          </a:solidFill>
        </a:fill>
      </a:tcStyle>
    </a:wholeTbl>
    <a:band1H>
      <a:tcTxStyle/>
      <a:tcStyle>
        <a:tcBdr/>
        <a:fill>
          <a:solidFill>
            <a:srgbClr val="CCDBE1"/>
          </a:solidFill>
        </a:fill>
      </a:tcStyle>
    </a:band1H>
    <a:band2H>
      <a:tcTxStyle/>
      <a:tcStyle>
        <a:tcBdr/>
      </a:tcStyle>
    </a:band2H>
    <a:band1V>
      <a:tcTxStyle/>
      <a:tcStyle>
        <a:tcBdr/>
        <a:fill>
          <a:solidFill>
            <a:srgbClr val="CCDBE1"/>
          </a:solidFill>
        </a:fill>
      </a:tcStyle>
    </a:band1V>
    <a:band2V>
      <a:tcTxStyle/>
      <a:tcStyle>
        <a:tcBdr/>
      </a:tcStyle>
    </a:band2V>
    <a:lastCol>
      <a:tcTxStyle b="on">
        <a:font>
          <a:latin typeface="Gill Sans MT"/>
          <a:ea typeface="Gill Sans MT"/>
          <a:cs typeface="Gill Sans MT"/>
        </a:font>
        <a:schemeClr val="lt1"/>
      </a:tcTxStyle>
      <a:tcStyle>
        <a:tcBdr/>
        <a:fill>
          <a:solidFill>
            <a:schemeClr val="accent1"/>
          </a:solidFill>
        </a:fill>
      </a:tcStyle>
    </a:lastCol>
    <a:firstCol>
      <a:tcTxStyle b="on">
        <a:font>
          <a:latin typeface="Gill Sans MT"/>
          <a:ea typeface="Gill Sans MT"/>
          <a:cs typeface="Gill Sans MT"/>
        </a:font>
        <a:schemeClr val="lt1"/>
      </a:tcTxStyle>
      <a:tcStyle>
        <a:tcBdr/>
        <a:fill>
          <a:solidFill>
            <a:schemeClr val="accent1"/>
          </a:solidFill>
        </a:fill>
      </a:tcStyle>
    </a:firstCol>
    <a:lastRow>
      <a:tcTxStyle b="on">
        <a:font>
          <a:latin typeface="Gill Sans MT"/>
          <a:ea typeface="Gill Sans MT"/>
          <a:cs typeface="Gill Sans MT"/>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a:font>
          <a:latin typeface="Gill Sans MT"/>
          <a:ea typeface="Gill Sans MT"/>
          <a:cs typeface="Gill Sans MT"/>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showGuides="1">
      <p:cViewPr varScale="1">
        <p:scale>
          <a:sx n="101" d="100"/>
          <a:sy n="101" d="100"/>
        </p:scale>
        <p:origin x="786" y="102"/>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29837" cy="497126"/>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29761" y="0"/>
            <a:ext cx="2929837" cy="497126"/>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9443662"/>
            <a:ext cx="2929837" cy="497126"/>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29761" y="9443662"/>
            <a:ext cx="2929837" cy="49712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1: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 name="Google Shape;102;p1: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 name="Google Shape;103;p1:notes"/>
          <p:cNvSpPr txBox="1">
            <a:spLocks noGrp="1"/>
          </p:cNvSpPr>
          <p:nvPr>
            <p:ph type="sldNum" idx="12"/>
          </p:nvPr>
        </p:nvSpPr>
        <p:spPr>
          <a:xfrm>
            <a:off x="3829761" y="9443662"/>
            <a:ext cx="2929837" cy="497126"/>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2: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 name="Google Shape;114;p2: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3: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2" name="Google Shape;122;p3: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4: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 name="Google Shape;129;p4: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5: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5" name="Google Shape;135;p5: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6: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3" name="Google Shape;143;p6: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7: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p7: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 name="Google Shape;150;p7:notes"/>
          <p:cNvSpPr txBox="1">
            <a:spLocks noGrp="1"/>
          </p:cNvSpPr>
          <p:nvPr>
            <p:ph type="sldNum" idx="12"/>
          </p:nvPr>
        </p:nvSpPr>
        <p:spPr>
          <a:xfrm>
            <a:off x="3829761" y="9443662"/>
            <a:ext cx="2929837" cy="497126"/>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8: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p8: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p8:notes"/>
          <p:cNvSpPr txBox="1">
            <a:spLocks noGrp="1"/>
          </p:cNvSpPr>
          <p:nvPr>
            <p:ph type="sldNum" idx="12"/>
          </p:nvPr>
        </p:nvSpPr>
        <p:spPr>
          <a:xfrm>
            <a:off x="3829761" y="9443662"/>
            <a:ext cx="2929837" cy="497126"/>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E5DD1401-C19F-7224-54D8-0222A4C47115}"/>
            </a:ext>
          </a:extLst>
        </p:cNvPr>
        <p:cNvGrpSpPr/>
        <p:nvPr/>
      </p:nvGrpSpPr>
      <p:grpSpPr>
        <a:xfrm>
          <a:off x="0" y="0"/>
          <a:ext cx="0" cy="0"/>
          <a:chOff x="0" y="0"/>
          <a:chExt cx="0" cy="0"/>
        </a:xfrm>
      </p:grpSpPr>
      <p:sp>
        <p:nvSpPr>
          <p:cNvPr id="156" name="Google Shape;156;p8:notes">
            <a:extLst>
              <a:ext uri="{FF2B5EF4-FFF2-40B4-BE49-F238E27FC236}">
                <a16:creationId xmlns:a16="http://schemas.microsoft.com/office/drawing/2014/main" id="{DB70D858-6317-4CF2-B646-22A665B76033}"/>
              </a:ext>
            </a:extLst>
          </p:cNvPr>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p8:notes">
            <a:extLst>
              <a:ext uri="{FF2B5EF4-FFF2-40B4-BE49-F238E27FC236}">
                <a16:creationId xmlns:a16="http://schemas.microsoft.com/office/drawing/2014/main" id="{ACF7A73F-2467-9831-CA10-DEA10E7BB23F}"/>
              </a:ext>
            </a:extLst>
          </p:cNvPr>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p8:notes">
            <a:extLst>
              <a:ext uri="{FF2B5EF4-FFF2-40B4-BE49-F238E27FC236}">
                <a16:creationId xmlns:a16="http://schemas.microsoft.com/office/drawing/2014/main" id="{B7657926-FE4A-A5B8-1204-E4E6ECEE50A8}"/>
              </a:ext>
            </a:extLst>
          </p:cNvPr>
          <p:cNvSpPr txBox="1">
            <a:spLocks noGrp="1"/>
          </p:cNvSpPr>
          <p:nvPr>
            <p:ph type="sldNum" idx="12"/>
          </p:nvPr>
        </p:nvSpPr>
        <p:spPr>
          <a:xfrm>
            <a:off x="3829761" y="9443662"/>
            <a:ext cx="2929837" cy="497126"/>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lang="en-US"/>
          </a:p>
        </p:txBody>
      </p:sp>
    </p:spTree>
    <p:extLst>
      <p:ext uri="{BB962C8B-B14F-4D97-AF65-F5344CB8AC3E}">
        <p14:creationId xmlns:p14="http://schemas.microsoft.com/office/powerpoint/2010/main" val="41242531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1: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p11: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2: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 name="Google Shape;189;p12: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3: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6" name="Google Shape;196;p13: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4: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3" name="Google Shape;203;p14: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5: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0" name="Google Shape;210;p15: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6: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8" name="Google Shape;218;p16: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7: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6" name="Google Shape;226;p17: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8: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8: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9: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 name="Google Shape;242;p19: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p21"/>
          <p:cNvSpPr txBox="1">
            <a:spLocks noGrp="1"/>
          </p:cNvSpPr>
          <p:nvPr>
            <p:ph type="title"/>
          </p:nvPr>
        </p:nvSpPr>
        <p:spPr>
          <a:xfrm>
            <a:off x="1913645" y="274638"/>
            <a:ext cx="9994837" cy="11430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56221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1"/>
          <p:cNvSpPr txBox="1">
            <a:spLocks noGrp="1"/>
          </p:cNvSpPr>
          <p:nvPr>
            <p:ph type="body" idx="1"/>
          </p:nvPr>
        </p:nvSpPr>
        <p:spPr>
          <a:xfrm>
            <a:off x="1913645" y="1447800"/>
            <a:ext cx="9994837" cy="4800600"/>
          </a:xfrm>
          <a:prstGeom prst="rect">
            <a:avLst/>
          </a:prstGeom>
          <a:noFill/>
          <a:ln>
            <a:noFill/>
          </a:ln>
        </p:spPr>
        <p:txBody>
          <a:bodyPr spcFirstLastPara="1" wrap="square" lIns="91425" tIns="45700" rIns="91425" bIns="45700" anchor="t" anchorCtr="0">
            <a:normAutofit/>
          </a:bodyPr>
          <a:lstStyle>
            <a:lvl1pPr marL="457200" lvl="0" indent="-320040" algn="l">
              <a:lnSpc>
                <a:spcPct val="100000"/>
              </a:lnSpc>
              <a:spcBef>
                <a:spcPts val="600"/>
              </a:spcBef>
              <a:spcAft>
                <a:spcPts val="0"/>
              </a:spcAft>
              <a:buSzPts val="1440"/>
              <a:buChar char="⚫"/>
              <a:defRPr/>
            </a:lvl1pPr>
            <a:lvl2pPr marL="914400" lvl="1" indent="-342900" algn="l">
              <a:lnSpc>
                <a:spcPct val="100000"/>
              </a:lnSpc>
              <a:spcBef>
                <a:spcPts val="55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23" name="Google Shape;23;p21"/>
          <p:cNvSpPr txBox="1">
            <a:spLocks noGrp="1"/>
          </p:cNvSpPr>
          <p:nvPr>
            <p:ph type="dt" idx="10"/>
          </p:nvPr>
        </p:nvSpPr>
        <p:spPr>
          <a:xfrm>
            <a:off x="4773957" y="6305550"/>
            <a:ext cx="2844059"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21"/>
          <p:cNvSpPr txBox="1">
            <a:spLocks noGrp="1"/>
          </p:cNvSpPr>
          <p:nvPr>
            <p:ph type="ftr" idx="11"/>
          </p:nvPr>
        </p:nvSpPr>
        <p:spPr>
          <a:xfrm>
            <a:off x="7618015" y="6305550"/>
            <a:ext cx="3859795"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1"/>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1pPr>
            <a:lvl2pPr marL="0" marR="0" lvl="1"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2pPr>
            <a:lvl3pPr marL="0" marR="0" lvl="2"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3pPr>
            <a:lvl4pPr marL="0" marR="0" lvl="3"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4pPr>
            <a:lvl5pPr marL="0" marR="0" lvl="4"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5pPr>
            <a:lvl6pPr marL="0" marR="0" lvl="5"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6pPr>
            <a:lvl7pPr marL="0" marR="0" lvl="6"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7pPr>
            <a:lvl8pPr marL="0" marR="0" lvl="7"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8pPr>
            <a:lvl9pPr marL="0" marR="0" lvl="8"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9pPr>
          </a:lstStyle>
          <a:p>
            <a:pPr marL="0" lvl="0" indent="0" algn="ct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6"/>
        <p:cNvGrpSpPr/>
        <p:nvPr/>
      </p:nvGrpSpPr>
      <p:grpSpPr>
        <a:xfrm>
          <a:off x="0" y="0"/>
          <a:ext cx="0" cy="0"/>
          <a:chOff x="0" y="0"/>
          <a:chExt cx="0" cy="0"/>
        </a:xfrm>
      </p:grpSpPr>
      <p:sp>
        <p:nvSpPr>
          <p:cNvPr id="27" name="Google Shape;27;p22"/>
          <p:cNvSpPr txBox="1">
            <a:spLocks noGrp="1"/>
          </p:cNvSpPr>
          <p:nvPr>
            <p:ph type="ctrTitle"/>
          </p:nvPr>
        </p:nvSpPr>
        <p:spPr>
          <a:xfrm>
            <a:off x="1909583" y="359898"/>
            <a:ext cx="9872948" cy="147218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562214"/>
              </a:buClr>
              <a:buSzPts val="4300"/>
              <a:buFont typeface="Gill Sans" panose="020B0502020104020203"/>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2"/>
          <p:cNvSpPr txBox="1">
            <a:spLocks noGrp="1"/>
          </p:cNvSpPr>
          <p:nvPr>
            <p:ph type="subTitle" idx="1"/>
          </p:nvPr>
        </p:nvSpPr>
        <p:spPr>
          <a:xfrm>
            <a:off x="1909583" y="1850064"/>
            <a:ext cx="9872948" cy="1752600"/>
          </a:xfrm>
          <a:prstGeom prst="rect">
            <a:avLst/>
          </a:prstGeom>
          <a:noFill/>
          <a:ln>
            <a:noFill/>
          </a:ln>
        </p:spPr>
        <p:txBody>
          <a:bodyPr spcFirstLastPara="1" wrap="square" lIns="91425" tIns="0" rIns="91425" bIns="45700" anchor="t" anchorCtr="0">
            <a:normAutofit/>
          </a:bodyPr>
          <a:lstStyle>
            <a:lvl1pPr lvl="0" algn="l">
              <a:lnSpc>
                <a:spcPct val="100000"/>
              </a:lnSpc>
              <a:spcBef>
                <a:spcPts val="600"/>
              </a:spcBef>
              <a:spcAft>
                <a:spcPts val="0"/>
              </a:spcAft>
              <a:buSzPts val="2080"/>
              <a:buNone/>
              <a:defRPr sz="2600">
                <a:solidFill>
                  <a:srgbClr val="341108"/>
                </a:solidFill>
              </a:defRPr>
            </a:lvl1pPr>
            <a:lvl2pPr lvl="1" algn="ctr">
              <a:lnSpc>
                <a:spcPct val="100000"/>
              </a:lnSpc>
              <a:spcBef>
                <a:spcPts val="550"/>
              </a:spcBef>
              <a:spcAft>
                <a:spcPts val="0"/>
              </a:spcAft>
              <a:buSzPts val="1800"/>
              <a:buNone/>
              <a:defRPr/>
            </a:lvl2pPr>
            <a:lvl3pPr lvl="2" algn="ctr">
              <a:lnSpc>
                <a:spcPct val="100000"/>
              </a:lnSpc>
              <a:spcBef>
                <a:spcPts val="360"/>
              </a:spcBef>
              <a:spcAft>
                <a:spcPts val="0"/>
              </a:spcAft>
              <a:buSzPts val="1800"/>
              <a:buNone/>
              <a:defRPr/>
            </a:lvl3pPr>
            <a:lvl4pPr lvl="3" algn="ctr">
              <a:lnSpc>
                <a:spcPct val="100000"/>
              </a:lnSpc>
              <a:spcBef>
                <a:spcPts val="360"/>
              </a:spcBef>
              <a:spcAft>
                <a:spcPts val="0"/>
              </a:spcAft>
              <a:buSzPts val="1800"/>
              <a:buNone/>
              <a:defRPr/>
            </a:lvl4pPr>
            <a:lvl5pPr lvl="4" algn="ctr">
              <a:lnSpc>
                <a:spcPct val="100000"/>
              </a:lnSpc>
              <a:spcBef>
                <a:spcPts val="360"/>
              </a:spcBef>
              <a:spcAft>
                <a:spcPts val="0"/>
              </a:spcAft>
              <a:buSzPts val="1800"/>
              <a:buNone/>
              <a:defRPr/>
            </a:lvl5pPr>
            <a:lvl6pPr lvl="5" algn="ctr">
              <a:lnSpc>
                <a:spcPct val="100000"/>
              </a:lnSpc>
              <a:spcBef>
                <a:spcPts val="360"/>
              </a:spcBef>
              <a:spcAft>
                <a:spcPts val="0"/>
              </a:spcAft>
              <a:buSzPts val="1800"/>
              <a:buNone/>
              <a:defRPr/>
            </a:lvl6pPr>
            <a:lvl7pPr lvl="6" algn="ctr">
              <a:lnSpc>
                <a:spcPct val="100000"/>
              </a:lnSpc>
              <a:spcBef>
                <a:spcPts val="360"/>
              </a:spcBef>
              <a:spcAft>
                <a:spcPts val="0"/>
              </a:spcAft>
              <a:buSzPts val="1800"/>
              <a:buNone/>
              <a:defRPr/>
            </a:lvl7pPr>
            <a:lvl8pPr lvl="7" algn="ctr">
              <a:lnSpc>
                <a:spcPct val="100000"/>
              </a:lnSpc>
              <a:spcBef>
                <a:spcPts val="360"/>
              </a:spcBef>
              <a:spcAft>
                <a:spcPts val="0"/>
              </a:spcAft>
              <a:buSzPts val="1800"/>
              <a:buNone/>
              <a:defRPr/>
            </a:lvl8pPr>
            <a:lvl9pPr lvl="8" algn="ctr">
              <a:lnSpc>
                <a:spcPct val="100000"/>
              </a:lnSpc>
              <a:spcBef>
                <a:spcPts val="360"/>
              </a:spcBef>
              <a:spcAft>
                <a:spcPts val="0"/>
              </a:spcAft>
              <a:buSzPts val="1800"/>
              <a:buNone/>
              <a:defRPr/>
            </a:lvl9pPr>
          </a:lstStyle>
          <a:p>
            <a:endParaRPr/>
          </a:p>
        </p:txBody>
      </p:sp>
      <p:sp>
        <p:nvSpPr>
          <p:cNvPr id="29" name="Google Shape;29;p22"/>
          <p:cNvSpPr txBox="1">
            <a:spLocks noGrp="1"/>
          </p:cNvSpPr>
          <p:nvPr>
            <p:ph type="dt" idx="10"/>
          </p:nvPr>
        </p:nvSpPr>
        <p:spPr>
          <a:xfrm>
            <a:off x="4773957" y="6305550"/>
            <a:ext cx="2844059"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2"/>
          <p:cNvSpPr txBox="1">
            <a:spLocks noGrp="1"/>
          </p:cNvSpPr>
          <p:nvPr>
            <p:ph type="ftr" idx="11"/>
          </p:nvPr>
        </p:nvSpPr>
        <p:spPr>
          <a:xfrm>
            <a:off x="7618015" y="6305550"/>
            <a:ext cx="3859795"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2"/>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1pPr>
            <a:lvl2pPr marL="0" marR="0" lvl="1"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2pPr>
            <a:lvl3pPr marL="0" marR="0" lvl="2"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3pPr>
            <a:lvl4pPr marL="0" marR="0" lvl="3"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4pPr>
            <a:lvl5pPr marL="0" marR="0" lvl="4"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5pPr>
            <a:lvl6pPr marL="0" marR="0" lvl="5"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6pPr>
            <a:lvl7pPr marL="0" marR="0" lvl="6"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7pPr>
            <a:lvl8pPr marL="0" marR="0" lvl="7"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8pPr>
            <a:lvl9pPr marL="0" marR="0" lvl="8"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9pPr>
          </a:lstStyle>
          <a:p>
            <a:pPr marL="0" lvl="0" indent="0" algn="ctr" rtl="0">
              <a:spcBef>
                <a:spcPts val="0"/>
              </a:spcBef>
              <a:spcAft>
                <a:spcPts val="0"/>
              </a:spcAft>
              <a:buNone/>
            </a:pPr>
            <a:fld id="{00000000-1234-1234-1234-123412341234}" type="slidenum">
              <a:rPr lang="en-US"/>
              <a:t>‹#›</a:t>
            </a:fld>
            <a:endParaRPr lang="en-US"/>
          </a:p>
        </p:txBody>
      </p:sp>
      <p:sp>
        <p:nvSpPr>
          <p:cNvPr id="32" name="Google Shape;32;p22"/>
          <p:cNvSpPr/>
          <p:nvPr/>
        </p:nvSpPr>
        <p:spPr>
          <a:xfrm>
            <a:off x="1228257" y="1413802"/>
            <a:ext cx="280343" cy="210312"/>
          </a:xfrm>
          <a:prstGeom prst="ellipse">
            <a:avLst/>
          </a:prstGeom>
          <a:gradFill>
            <a:gsLst>
              <a:gs pos="0">
                <a:srgbClr val="D7F6FF">
                  <a:alpha val="94117"/>
                </a:srgbClr>
              </a:gs>
              <a:gs pos="50000">
                <a:srgbClr val="C0E3F0">
                  <a:alpha val="89019"/>
                </a:srgbClr>
              </a:gs>
              <a:gs pos="95000">
                <a:srgbClr val="65C6EA">
                  <a:alpha val="87058"/>
                </a:srgbClr>
              </a:gs>
              <a:gs pos="100000">
                <a:srgbClr val="00BBF1">
                  <a:alpha val="83921"/>
                </a:srgbClr>
              </a:gs>
            </a:gsLst>
            <a:path path="circle">
              <a:fillToRect r="100000" b="100000"/>
            </a:path>
            <a:tileRect l="-100000" t="-100000"/>
          </a:gradFill>
          <a:ln w="9525" cap="rnd" cmpd="sng">
            <a:solidFill>
              <a:srgbClr val="2F8DA4">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endParaRPr>
          </a:p>
        </p:txBody>
      </p:sp>
      <p:sp>
        <p:nvSpPr>
          <p:cNvPr id="33" name="Google Shape;33;p22"/>
          <p:cNvSpPr/>
          <p:nvPr/>
        </p:nvSpPr>
        <p:spPr>
          <a:xfrm>
            <a:off x="1542499" y="1345016"/>
            <a:ext cx="85322" cy="64008"/>
          </a:xfrm>
          <a:prstGeom prst="ellipse">
            <a:avLst/>
          </a:prstGeom>
          <a:noFill/>
          <a:ln w="12700" cap="rnd" cmpd="sng">
            <a:solidFill>
              <a:srgbClr val="317F92">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34"/>
        <p:cNvGrpSpPr/>
        <p:nvPr/>
      </p:nvGrpSpPr>
      <p:grpSpPr>
        <a:xfrm>
          <a:off x="0" y="0"/>
          <a:ext cx="0" cy="0"/>
          <a:chOff x="0" y="0"/>
          <a:chExt cx="0" cy="0"/>
        </a:xfrm>
      </p:grpSpPr>
      <p:sp>
        <p:nvSpPr>
          <p:cNvPr id="35" name="Google Shape;35;p23"/>
          <p:cNvSpPr/>
          <p:nvPr/>
        </p:nvSpPr>
        <p:spPr>
          <a:xfrm>
            <a:off x="3043061" y="-54"/>
            <a:ext cx="9141619" cy="685805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Gill Sans" panose="020B0502020104020203"/>
              <a:ea typeface="Gill Sans" panose="020B0502020104020203"/>
              <a:cs typeface="Gill Sans" panose="020B0502020104020203"/>
              <a:sym typeface="Gill Sans" panose="020B0502020104020203"/>
            </a:endParaRPr>
          </a:p>
        </p:txBody>
      </p:sp>
      <p:sp>
        <p:nvSpPr>
          <p:cNvPr id="36" name="Google Shape;36;p23"/>
          <p:cNvSpPr txBox="1">
            <a:spLocks noGrp="1"/>
          </p:cNvSpPr>
          <p:nvPr>
            <p:ph type="title"/>
          </p:nvPr>
        </p:nvSpPr>
        <p:spPr>
          <a:xfrm>
            <a:off x="3436960" y="2600325"/>
            <a:ext cx="8532178" cy="2286000"/>
          </a:xfrm>
          <a:prstGeom prst="rect">
            <a:avLst/>
          </a:prstGeom>
          <a:noFill/>
          <a:ln>
            <a:noFill/>
          </a:ln>
        </p:spPr>
        <p:txBody>
          <a:bodyPr spcFirstLastPara="1" wrap="square" lIns="91425" tIns="45700" rIns="91425" bIns="45700" anchor="t" anchorCtr="0">
            <a:normAutofit/>
          </a:bodyPr>
          <a:lstStyle>
            <a:lvl1pPr lvl="0" algn="l">
              <a:lnSpc>
                <a:spcPct val="113000"/>
              </a:lnSpc>
              <a:spcBef>
                <a:spcPts val="0"/>
              </a:spcBef>
              <a:spcAft>
                <a:spcPts val="0"/>
              </a:spcAft>
              <a:buClr>
                <a:srgbClr val="562214"/>
              </a:buClr>
              <a:buSzPts val="4000"/>
              <a:buFont typeface="Gill Sans" panose="020B0502020104020203"/>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3"/>
          <p:cNvSpPr txBox="1">
            <a:spLocks noGrp="1"/>
          </p:cNvSpPr>
          <p:nvPr>
            <p:ph type="body" idx="1"/>
          </p:nvPr>
        </p:nvSpPr>
        <p:spPr>
          <a:xfrm>
            <a:off x="3436960" y="1066800"/>
            <a:ext cx="8532178" cy="1509712"/>
          </a:xfrm>
          <a:prstGeom prst="rect">
            <a:avLst/>
          </a:prstGeom>
          <a:noFill/>
          <a:ln>
            <a:noFill/>
          </a:ln>
        </p:spPr>
        <p:txBody>
          <a:bodyPr spcFirstLastPara="1" wrap="square" lIns="91425" tIns="45700" rIns="91425" bIns="45700" anchor="b" anchorCtr="0">
            <a:normAutofit/>
          </a:bodyPr>
          <a:lstStyle>
            <a:lvl1pPr marL="457200" lvl="0" indent="-228600" algn="l">
              <a:lnSpc>
                <a:spcPct val="115000"/>
              </a:lnSpc>
              <a:spcBef>
                <a:spcPts val="0"/>
              </a:spcBef>
              <a:spcAft>
                <a:spcPts val="0"/>
              </a:spcAft>
              <a:buSzPts val="1600"/>
              <a:buNone/>
              <a:defRPr sz="2000">
                <a:solidFill>
                  <a:srgbClr val="341108"/>
                </a:solidFill>
              </a:defRPr>
            </a:lvl1pPr>
            <a:lvl2pPr marL="914400" lvl="1" indent="-228600" algn="l">
              <a:lnSpc>
                <a:spcPct val="100000"/>
              </a:lnSpc>
              <a:spcBef>
                <a:spcPts val="550"/>
              </a:spcBef>
              <a:spcAft>
                <a:spcPts val="0"/>
              </a:spcAft>
              <a:buSzPts val="1800"/>
              <a:buNone/>
              <a:defRPr sz="1800">
                <a:solidFill>
                  <a:srgbClr val="888888"/>
                </a:solidFill>
              </a:defRPr>
            </a:lvl2pPr>
            <a:lvl3pPr marL="1371600" lvl="2" indent="-228600" algn="l">
              <a:lnSpc>
                <a:spcPct val="100000"/>
              </a:lnSpc>
              <a:spcBef>
                <a:spcPts val="320"/>
              </a:spcBef>
              <a:spcAft>
                <a:spcPts val="0"/>
              </a:spcAft>
              <a:buSzPts val="1600"/>
              <a:buNone/>
              <a:defRPr sz="1600">
                <a:solidFill>
                  <a:srgbClr val="888888"/>
                </a:solidFill>
              </a:defRPr>
            </a:lvl3pPr>
            <a:lvl4pPr marL="1828800" lvl="3" indent="-228600" algn="l">
              <a:lnSpc>
                <a:spcPct val="100000"/>
              </a:lnSpc>
              <a:spcBef>
                <a:spcPts val="280"/>
              </a:spcBef>
              <a:spcAft>
                <a:spcPts val="0"/>
              </a:spcAft>
              <a:buSzPts val="1400"/>
              <a:buNone/>
              <a:defRPr sz="1400">
                <a:solidFill>
                  <a:srgbClr val="888888"/>
                </a:solidFill>
              </a:defRPr>
            </a:lvl4pPr>
            <a:lvl5pPr marL="2286000" lvl="4" indent="-228600" algn="l">
              <a:lnSpc>
                <a:spcPct val="100000"/>
              </a:lnSpc>
              <a:spcBef>
                <a:spcPts val="280"/>
              </a:spcBef>
              <a:spcAft>
                <a:spcPts val="0"/>
              </a:spcAft>
              <a:buSzPts val="1400"/>
              <a:buNone/>
              <a:defRPr sz="1400">
                <a:solidFill>
                  <a:srgbClr val="888888"/>
                </a:solidFill>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38" name="Google Shape;38;p23"/>
          <p:cNvSpPr txBox="1">
            <a:spLocks noGrp="1"/>
          </p:cNvSpPr>
          <p:nvPr>
            <p:ph type="dt" idx="10"/>
          </p:nvPr>
        </p:nvSpPr>
        <p:spPr>
          <a:xfrm>
            <a:off x="4773957" y="6305550"/>
            <a:ext cx="2844059"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3"/>
          <p:cNvSpPr txBox="1">
            <a:spLocks noGrp="1"/>
          </p:cNvSpPr>
          <p:nvPr>
            <p:ph type="ftr" idx="11"/>
          </p:nvPr>
        </p:nvSpPr>
        <p:spPr>
          <a:xfrm>
            <a:off x="7618015" y="6305550"/>
            <a:ext cx="3859795"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3"/>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1pPr>
            <a:lvl2pPr marL="0" marR="0" lvl="1"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2pPr>
            <a:lvl3pPr marL="0" marR="0" lvl="2"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3pPr>
            <a:lvl4pPr marL="0" marR="0" lvl="3"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4pPr>
            <a:lvl5pPr marL="0" marR="0" lvl="4"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5pPr>
            <a:lvl6pPr marL="0" marR="0" lvl="5"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6pPr>
            <a:lvl7pPr marL="0" marR="0" lvl="6"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7pPr>
            <a:lvl8pPr marL="0" marR="0" lvl="7"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8pPr>
            <a:lvl9pPr marL="0" marR="0" lvl="8"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9pPr>
          </a:lstStyle>
          <a:p>
            <a:pPr marL="0" lvl="0" indent="0" algn="ctr" rtl="0">
              <a:spcBef>
                <a:spcPts val="0"/>
              </a:spcBef>
              <a:spcAft>
                <a:spcPts val="0"/>
              </a:spcAft>
              <a:buNone/>
            </a:pPr>
            <a:fld id="{00000000-1234-1234-1234-123412341234}" type="slidenum">
              <a:rPr lang="en-US"/>
              <a:t>‹#›</a:t>
            </a:fld>
            <a:endParaRPr lang="en-US"/>
          </a:p>
        </p:txBody>
      </p:sp>
      <p:sp>
        <p:nvSpPr>
          <p:cNvPr id="41" name="Google Shape;41;p23"/>
          <p:cNvSpPr/>
          <p:nvPr/>
        </p:nvSpPr>
        <p:spPr>
          <a:xfrm>
            <a:off x="3047206" y="0"/>
            <a:ext cx="101574" cy="6858054"/>
          </a:xfrm>
          <a:prstGeom prst="rect">
            <a:avLst/>
          </a:prstGeom>
          <a:solidFill>
            <a:schemeClr val="lt1"/>
          </a:solidFill>
          <a:ln>
            <a:noFill/>
          </a:ln>
          <a:effectLst>
            <a:outerShdw blurRad="38550" dist="38000" dir="10800000" algn="tl" rotWithShape="0">
              <a:srgbClr val="6F6A5F">
                <a:alpha val="2392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Gill Sans" panose="020B0502020104020203"/>
              <a:ea typeface="Gill Sans" panose="020B0502020104020203"/>
              <a:cs typeface="Gill Sans" panose="020B0502020104020203"/>
              <a:sym typeface="Gill Sans" panose="020B0502020104020203"/>
            </a:endParaRPr>
          </a:p>
        </p:txBody>
      </p:sp>
      <p:sp>
        <p:nvSpPr>
          <p:cNvPr id="42" name="Google Shape;42;p23"/>
          <p:cNvSpPr/>
          <p:nvPr/>
        </p:nvSpPr>
        <p:spPr>
          <a:xfrm>
            <a:off x="2895674" y="2814656"/>
            <a:ext cx="280343" cy="210312"/>
          </a:xfrm>
          <a:prstGeom prst="ellipse">
            <a:avLst/>
          </a:prstGeom>
          <a:gradFill>
            <a:gsLst>
              <a:gs pos="0">
                <a:srgbClr val="D7F6FF">
                  <a:alpha val="94117"/>
                </a:srgbClr>
              </a:gs>
              <a:gs pos="50000">
                <a:srgbClr val="C0E3F0">
                  <a:alpha val="89019"/>
                </a:srgbClr>
              </a:gs>
              <a:gs pos="95000">
                <a:srgbClr val="65C6EA">
                  <a:alpha val="87058"/>
                </a:srgbClr>
              </a:gs>
              <a:gs pos="100000">
                <a:srgbClr val="00BBF1">
                  <a:alpha val="83921"/>
                </a:srgbClr>
              </a:gs>
            </a:gsLst>
            <a:path path="circle">
              <a:fillToRect r="100000" b="100000"/>
            </a:path>
            <a:tileRect l="-100000" t="-100000"/>
          </a:gradFill>
          <a:ln w="9525" cap="rnd" cmpd="sng">
            <a:solidFill>
              <a:srgbClr val="2F8DA4">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endParaRPr>
          </a:p>
        </p:txBody>
      </p:sp>
      <p:sp>
        <p:nvSpPr>
          <p:cNvPr id="43" name="Google Shape;43;p23"/>
          <p:cNvSpPr/>
          <p:nvPr/>
        </p:nvSpPr>
        <p:spPr>
          <a:xfrm>
            <a:off x="3209916" y="2745870"/>
            <a:ext cx="85322" cy="64008"/>
          </a:xfrm>
          <a:prstGeom prst="ellipse">
            <a:avLst/>
          </a:prstGeom>
          <a:noFill/>
          <a:ln w="12700" cap="rnd" cmpd="sng">
            <a:solidFill>
              <a:srgbClr val="317F92">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4"/>
        <p:cNvGrpSpPr/>
        <p:nvPr/>
      </p:nvGrpSpPr>
      <p:grpSpPr>
        <a:xfrm>
          <a:off x="0" y="0"/>
          <a:ext cx="0" cy="0"/>
          <a:chOff x="0" y="0"/>
          <a:chExt cx="0" cy="0"/>
        </a:xfrm>
      </p:grpSpPr>
      <p:sp>
        <p:nvSpPr>
          <p:cNvPr id="45" name="Google Shape;45;p24"/>
          <p:cNvSpPr txBox="1">
            <a:spLocks noGrp="1"/>
          </p:cNvSpPr>
          <p:nvPr>
            <p:ph type="title"/>
          </p:nvPr>
        </p:nvSpPr>
        <p:spPr>
          <a:xfrm>
            <a:off x="1913645" y="274320"/>
            <a:ext cx="9994837" cy="11430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56221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4"/>
          <p:cNvSpPr txBox="1">
            <a:spLocks noGrp="1"/>
          </p:cNvSpPr>
          <p:nvPr>
            <p:ph type="body" idx="1"/>
          </p:nvPr>
        </p:nvSpPr>
        <p:spPr>
          <a:xfrm>
            <a:off x="1913646" y="1524000"/>
            <a:ext cx="4875530" cy="4663440"/>
          </a:xfrm>
          <a:prstGeom prst="rect">
            <a:avLst/>
          </a:prstGeom>
          <a:noFill/>
          <a:ln>
            <a:noFill/>
          </a:ln>
        </p:spPr>
        <p:txBody>
          <a:bodyPr spcFirstLastPara="1" wrap="square" lIns="91425" tIns="45700" rIns="91425" bIns="45700" anchor="t" anchorCtr="0">
            <a:normAutofit/>
          </a:bodyPr>
          <a:lstStyle>
            <a:lvl1pPr marL="457200" lvl="0" indent="-370840" algn="l">
              <a:lnSpc>
                <a:spcPct val="100000"/>
              </a:lnSpc>
              <a:spcBef>
                <a:spcPts val="600"/>
              </a:spcBef>
              <a:spcAft>
                <a:spcPts val="0"/>
              </a:spcAft>
              <a:buSzPts val="2240"/>
              <a:buChar char="⚫"/>
              <a:defRPr sz="2800"/>
            </a:lvl1pPr>
            <a:lvl2pPr marL="914400" lvl="1" indent="-381000" algn="l">
              <a:lnSpc>
                <a:spcPct val="100000"/>
              </a:lnSpc>
              <a:spcBef>
                <a:spcPts val="55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47" name="Google Shape;47;p24"/>
          <p:cNvSpPr txBox="1">
            <a:spLocks noGrp="1"/>
          </p:cNvSpPr>
          <p:nvPr>
            <p:ph type="body" idx="2"/>
          </p:nvPr>
        </p:nvSpPr>
        <p:spPr>
          <a:xfrm>
            <a:off x="7032952" y="1524000"/>
            <a:ext cx="4875530" cy="4663440"/>
          </a:xfrm>
          <a:prstGeom prst="rect">
            <a:avLst/>
          </a:prstGeom>
          <a:noFill/>
          <a:ln>
            <a:noFill/>
          </a:ln>
        </p:spPr>
        <p:txBody>
          <a:bodyPr spcFirstLastPara="1" wrap="square" lIns="91425" tIns="45700" rIns="91425" bIns="45700" anchor="t" anchorCtr="0">
            <a:normAutofit/>
          </a:bodyPr>
          <a:lstStyle>
            <a:lvl1pPr marL="457200" lvl="0" indent="-370840" algn="l">
              <a:lnSpc>
                <a:spcPct val="100000"/>
              </a:lnSpc>
              <a:spcBef>
                <a:spcPts val="600"/>
              </a:spcBef>
              <a:spcAft>
                <a:spcPts val="0"/>
              </a:spcAft>
              <a:buSzPts val="2240"/>
              <a:buChar char="⚫"/>
              <a:defRPr sz="2800"/>
            </a:lvl1pPr>
            <a:lvl2pPr marL="914400" lvl="1" indent="-381000" algn="l">
              <a:lnSpc>
                <a:spcPct val="100000"/>
              </a:lnSpc>
              <a:spcBef>
                <a:spcPts val="55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48" name="Google Shape;48;p24"/>
          <p:cNvSpPr txBox="1">
            <a:spLocks noGrp="1"/>
          </p:cNvSpPr>
          <p:nvPr>
            <p:ph type="dt" idx="10"/>
          </p:nvPr>
        </p:nvSpPr>
        <p:spPr>
          <a:xfrm>
            <a:off x="4773957" y="6305550"/>
            <a:ext cx="2844059"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4"/>
          <p:cNvSpPr txBox="1">
            <a:spLocks noGrp="1"/>
          </p:cNvSpPr>
          <p:nvPr>
            <p:ph type="ftr" idx="11"/>
          </p:nvPr>
        </p:nvSpPr>
        <p:spPr>
          <a:xfrm>
            <a:off x="7618015" y="6305550"/>
            <a:ext cx="3859795"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4"/>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1pPr>
            <a:lvl2pPr marL="0" marR="0" lvl="1"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2pPr>
            <a:lvl3pPr marL="0" marR="0" lvl="2"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3pPr>
            <a:lvl4pPr marL="0" marR="0" lvl="3"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4pPr>
            <a:lvl5pPr marL="0" marR="0" lvl="4"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5pPr>
            <a:lvl6pPr marL="0" marR="0" lvl="5"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6pPr>
            <a:lvl7pPr marL="0" marR="0" lvl="6"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7pPr>
            <a:lvl8pPr marL="0" marR="0" lvl="7"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8pPr>
            <a:lvl9pPr marL="0" marR="0" lvl="8"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9pPr>
          </a:lstStyle>
          <a:p>
            <a:pPr marL="0" lvl="0" indent="0" algn="ct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spTree>
      <p:nvGrpSpPr>
        <p:cNvPr id="1" name="Shape 51"/>
        <p:cNvGrpSpPr/>
        <p:nvPr/>
      </p:nvGrpSpPr>
      <p:grpSpPr>
        <a:xfrm>
          <a:off x="0" y="0"/>
          <a:ext cx="0" cy="0"/>
          <a:chOff x="0" y="0"/>
          <a:chExt cx="0" cy="0"/>
        </a:xfrm>
      </p:grpSpPr>
      <p:sp>
        <p:nvSpPr>
          <p:cNvPr id="52" name="Google Shape;52;p25"/>
          <p:cNvSpPr txBox="1">
            <a:spLocks noGrp="1"/>
          </p:cNvSpPr>
          <p:nvPr>
            <p:ph type="title"/>
          </p:nvPr>
        </p:nvSpPr>
        <p:spPr>
          <a:xfrm>
            <a:off x="609441" y="5160336"/>
            <a:ext cx="10969943"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562214"/>
              </a:buClr>
              <a:buSzPts val="4500"/>
              <a:buFont typeface="Gill Sans" panose="020B0502020104020203"/>
              <a:buNone/>
              <a:defRPr sz="45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5"/>
          <p:cNvSpPr txBox="1">
            <a:spLocks noGrp="1"/>
          </p:cNvSpPr>
          <p:nvPr>
            <p:ph type="body" idx="1"/>
          </p:nvPr>
        </p:nvSpPr>
        <p:spPr>
          <a:xfrm>
            <a:off x="609441" y="328278"/>
            <a:ext cx="5363083" cy="640080"/>
          </a:xfrm>
          <a:prstGeom prst="rect">
            <a:avLst/>
          </a:prstGeom>
          <a:solidFill>
            <a:schemeClr val="lt1"/>
          </a:solidFill>
          <a:ln w="10775" cap="flat" cmpd="sng">
            <a:solidFill>
              <a:schemeClr val="lt1"/>
            </a:solidFill>
            <a:prstDash val="solid"/>
            <a:miter lim="800000"/>
            <a:headEnd type="none" w="sm" len="sm"/>
            <a:tailEnd type="none" w="sm" len="sm"/>
          </a:ln>
        </p:spPr>
        <p:txBody>
          <a:bodyPr spcFirstLastPara="1" wrap="square" lIns="91425" tIns="45700" rIns="91425" bIns="45700" anchor="ctr" anchorCtr="0">
            <a:normAutofit/>
          </a:bodyPr>
          <a:lstStyle>
            <a:lvl1pPr marL="457200" lvl="0" indent="-228600" algn="l">
              <a:lnSpc>
                <a:spcPct val="100000"/>
              </a:lnSpc>
              <a:spcBef>
                <a:spcPts val="100"/>
              </a:spcBef>
              <a:spcAft>
                <a:spcPts val="0"/>
              </a:spcAft>
              <a:buSzPts val="1520"/>
              <a:buNone/>
              <a:defRPr sz="1900" b="0">
                <a:solidFill>
                  <a:schemeClr val="dk1"/>
                </a:solidFill>
              </a:defRPr>
            </a:lvl1pPr>
            <a:lvl2pPr marL="914400" lvl="1" indent="-228600" algn="l">
              <a:lnSpc>
                <a:spcPct val="100000"/>
              </a:lnSpc>
              <a:spcBef>
                <a:spcPts val="55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54" name="Google Shape;54;p25"/>
          <p:cNvSpPr txBox="1">
            <a:spLocks noGrp="1"/>
          </p:cNvSpPr>
          <p:nvPr>
            <p:ph type="body" idx="2"/>
          </p:nvPr>
        </p:nvSpPr>
        <p:spPr>
          <a:xfrm>
            <a:off x="6216301" y="328278"/>
            <a:ext cx="5363083" cy="640080"/>
          </a:xfrm>
          <a:prstGeom prst="rect">
            <a:avLst/>
          </a:prstGeom>
          <a:solidFill>
            <a:schemeClr val="lt1"/>
          </a:solidFill>
          <a:ln w="10775" cap="flat" cmpd="sng">
            <a:solidFill>
              <a:schemeClr val="lt1"/>
            </a:solidFill>
            <a:prstDash val="solid"/>
            <a:miter lim="800000"/>
            <a:headEnd type="none" w="sm" len="sm"/>
            <a:tailEnd type="none" w="sm" len="sm"/>
          </a:ln>
        </p:spPr>
        <p:txBody>
          <a:bodyPr spcFirstLastPara="1" wrap="square" lIns="91425" tIns="45700" rIns="91425" bIns="45700" anchor="ctr" anchorCtr="0">
            <a:normAutofit/>
          </a:bodyPr>
          <a:lstStyle>
            <a:lvl1pPr marL="457200" lvl="0" indent="-228600" algn="l">
              <a:lnSpc>
                <a:spcPct val="100000"/>
              </a:lnSpc>
              <a:spcBef>
                <a:spcPts val="100"/>
              </a:spcBef>
              <a:spcAft>
                <a:spcPts val="0"/>
              </a:spcAft>
              <a:buSzPts val="1520"/>
              <a:buNone/>
              <a:defRPr sz="1900" b="0">
                <a:solidFill>
                  <a:schemeClr val="dk1"/>
                </a:solidFill>
              </a:defRPr>
            </a:lvl1pPr>
            <a:lvl2pPr marL="914400" lvl="1" indent="-228600" algn="l">
              <a:lnSpc>
                <a:spcPct val="100000"/>
              </a:lnSpc>
              <a:spcBef>
                <a:spcPts val="55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55" name="Google Shape;55;p25"/>
          <p:cNvSpPr txBox="1">
            <a:spLocks noGrp="1"/>
          </p:cNvSpPr>
          <p:nvPr>
            <p:ph type="body" idx="3"/>
          </p:nvPr>
        </p:nvSpPr>
        <p:spPr>
          <a:xfrm>
            <a:off x="609441" y="969336"/>
            <a:ext cx="5363083" cy="4114800"/>
          </a:xfrm>
          <a:prstGeom prst="rect">
            <a:avLst/>
          </a:prstGeom>
          <a:noFill/>
          <a:ln w="10775" cap="flat" cmpd="sng">
            <a:solidFill>
              <a:schemeClr val="lt1"/>
            </a:solidFill>
            <a:prstDash val="dash"/>
            <a:miter lim="800000"/>
            <a:headEnd type="none" w="sm" len="sm"/>
            <a:tailEnd type="none" w="sm" len="sm"/>
          </a:ln>
        </p:spPr>
        <p:txBody>
          <a:bodyPr spcFirstLastPara="1" wrap="square" lIns="91425" tIns="45700" rIns="91425" bIns="45700" anchor="t" anchorCtr="0">
            <a:normAutofit/>
          </a:bodyPr>
          <a:lstStyle>
            <a:lvl1pPr marL="457200" lvl="0" indent="-350520" algn="l">
              <a:lnSpc>
                <a:spcPct val="100000"/>
              </a:lnSpc>
              <a:spcBef>
                <a:spcPts val="700"/>
              </a:spcBef>
              <a:spcAft>
                <a:spcPts val="0"/>
              </a:spcAft>
              <a:buSzPts val="1920"/>
              <a:buChar char="⚫"/>
              <a:defRPr sz="2400"/>
            </a:lvl1pPr>
            <a:lvl2pPr marL="914400" lvl="1" indent="-355600" algn="l">
              <a:lnSpc>
                <a:spcPct val="100000"/>
              </a:lnSpc>
              <a:spcBef>
                <a:spcPts val="700"/>
              </a:spcBef>
              <a:spcAft>
                <a:spcPts val="0"/>
              </a:spcAft>
              <a:buSzPts val="2000"/>
              <a:buChar char="◦"/>
              <a:defRPr sz="2000"/>
            </a:lvl2pPr>
            <a:lvl3pPr marL="1371600" lvl="2" indent="-342900" algn="l">
              <a:lnSpc>
                <a:spcPct val="100000"/>
              </a:lnSpc>
              <a:spcBef>
                <a:spcPts val="700"/>
              </a:spcBef>
              <a:spcAft>
                <a:spcPts val="0"/>
              </a:spcAft>
              <a:buSzPts val="1800"/>
              <a:buChar char="●"/>
              <a:defRPr sz="1800"/>
            </a:lvl3pPr>
            <a:lvl4pPr marL="1828800" lvl="3" indent="-330200" algn="l">
              <a:lnSpc>
                <a:spcPct val="100000"/>
              </a:lnSpc>
              <a:spcBef>
                <a:spcPts val="700"/>
              </a:spcBef>
              <a:spcAft>
                <a:spcPts val="0"/>
              </a:spcAft>
              <a:buSzPts val="1600"/>
              <a:buChar char="●"/>
              <a:defRPr sz="1600"/>
            </a:lvl4pPr>
            <a:lvl5pPr marL="2286000" lvl="4" indent="-330200" algn="l">
              <a:lnSpc>
                <a:spcPct val="100000"/>
              </a:lnSpc>
              <a:spcBef>
                <a:spcPts val="700"/>
              </a:spcBef>
              <a:spcAft>
                <a:spcPts val="0"/>
              </a:spcAft>
              <a:buSzPts val="1600"/>
              <a:buChar char="●"/>
              <a:defRPr sz="16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56" name="Google Shape;56;p25"/>
          <p:cNvSpPr txBox="1">
            <a:spLocks noGrp="1"/>
          </p:cNvSpPr>
          <p:nvPr>
            <p:ph type="body" idx="4"/>
          </p:nvPr>
        </p:nvSpPr>
        <p:spPr>
          <a:xfrm>
            <a:off x="6216301" y="969336"/>
            <a:ext cx="5363083" cy="4114800"/>
          </a:xfrm>
          <a:prstGeom prst="rect">
            <a:avLst/>
          </a:prstGeom>
          <a:noFill/>
          <a:ln w="10775" cap="flat" cmpd="sng">
            <a:solidFill>
              <a:schemeClr val="lt1"/>
            </a:solidFill>
            <a:prstDash val="dash"/>
            <a:miter lim="800000"/>
            <a:headEnd type="none" w="sm" len="sm"/>
            <a:tailEnd type="none" w="sm" len="sm"/>
          </a:ln>
        </p:spPr>
        <p:txBody>
          <a:bodyPr spcFirstLastPara="1" wrap="square" lIns="91425" tIns="45700" rIns="91425" bIns="45700" anchor="t" anchorCtr="0">
            <a:normAutofit/>
          </a:bodyPr>
          <a:lstStyle>
            <a:lvl1pPr marL="457200" lvl="0" indent="-350520" algn="l">
              <a:lnSpc>
                <a:spcPct val="100000"/>
              </a:lnSpc>
              <a:spcBef>
                <a:spcPts val="700"/>
              </a:spcBef>
              <a:spcAft>
                <a:spcPts val="0"/>
              </a:spcAft>
              <a:buSzPts val="1920"/>
              <a:buChar char="⚫"/>
              <a:defRPr sz="2400"/>
            </a:lvl1pPr>
            <a:lvl2pPr marL="914400" lvl="1" indent="-355600" algn="l">
              <a:lnSpc>
                <a:spcPct val="100000"/>
              </a:lnSpc>
              <a:spcBef>
                <a:spcPts val="700"/>
              </a:spcBef>
              <a:spcAft>
                <a:spcPts val="0"/>
              </a:spcAft>
              <a:buSzPts val="2000"/>
              <a:buChar char="◦"/>
              <a:defRPr sz="2000"/>
            </a:lvl2pPr>
            <a:lvl3pPr marL="1371600" lvl="2" indent="-342900" algn="l">
              <a:lnSpc>
                <a:spcPct val="100000"/>
              </a:lnSpc>
              <a:spcBef>
                <a:spcPts val="700"/>
              </a:spcBef>
              <a:spcAft>
                <a:spcPts val="0"/>
              </a:spcAft>
              <a:buSzPts val="1800"/>
              <a:buChar char="●"/>
              <a:defRPr sz="1800"/>
            </a:lvl3pPr>
            <a:lvl4pPr marL="1828800" lvl="3" indent="-330200" algn="l">
              <a:lnSpc>
                <a:spcPct val="100000"/>
              </a:lnSpc>
              <a:spcBef>
                <a:spcPts val="700"/>
              </a:spcBef>
              <a:spcAft>
                <a:spcPts val="0"/>
              </a:spcAft>
              <a:buSzPts val="1600"/>
              <a:buChar char="●"/>
              <a:defRPr sz="1600"/>
            </a:lvl4pPr>
            <a:lvl5pPr marL="2286000" lvl="4" indent="-330200" algn="l">
              <a:lnSpc>
                <a:spcPct val="100000"/>
              </a:lnSpc>
              <a:spcBef>
                <a:spcPts val="700"/>
              </a:spcBef>
              <a:spcAft>
                <a:spcPts val="0"/>
              </a:spcAft>
              <a:buSzPts val="1600"/>
              <a:buChar char="●"/>
              <a:defRPr sz="16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57" name="Google Shape;57;p25"/>
          <p:cNvSpPr txBox="1">
            <a:spLocks noGrp="1"/>
          </p:cNvSpPr>
          <p:nvPr>
            <p:ph type="dt" idx="10"/>
          </p:nvPr>
        </p:nvSpPr>
        <p:spPr>
          <a:xfrm>
            <a:off x="4773957" y="6305550"/>
            <a:ext cx="2844059"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5"/>
          <p:cNvSpPr txBox="1">
            <a:spLocks noGrp="1"/>
          </p:cNvSpPr>
          <p:nvPr>
            <p:ph type="ftr" idx="11"/>
          </p:nvPr>
        </p:nvSpPr>
        <p:spPr>
          <a:xfrm>
            <a:off x="7618015" y="6305550"/>
            <a:ext cx="3859795"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5"/>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1pPr>
            <a:lvl2pPr marL="0" marR="0" lvl="1"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2pPr>
            <a:lvl3pPr marL="0" marR="0" lvl="2"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3pPr>
            <a:lvl4pPr marL="0" marR="0" lvl="3"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4pPr>
            <a:lvl5pPr marL="0" marR="0" lvl="4"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5pPr>
            <a:lvl6pPr marL="0" marR="0" lvl="5"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6pPr>
            <a:lvl7pPr marL="0" marR="0" lvl="6"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7pPr>
            <a:lvl8pPr marL="0" marR="0" lvl="7"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8pPr>
            <a:lvl9pPr marL="0" marR="0" lvl="8"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9pPr>
          </a:lstStyle>
          <a:p>
            <a:pPr marL="0" lvl="0" indent="0" algn="ct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0"/>
        <p:cNvGrpSpPr/>
        <p:nvPr/>
      </p:nvGrpSpPr>
      <p:grpSpPr>
        <a:xfrm>
          <a:off x="0" y="0"/>
          <a:ext cx="0" cy="0"/>
          <a:chOff x="0" y="0"/>
          <a:chExt cx="0" cy="0"/>
        </a:xfrm>
      </p:grpSpPr>
      <p:sp>
        <p:nvSpPr>
          <p:cNvPr id="61" name="Google Shape;61;p26"/>
          <p:cNvSpPr txBox="1">
            <a:spLocks noGrp="1"/>
          </p:cNvSpPr>
          <p:nvPr>
            <p:ph type="title"/>
          </p:nvPr>
        </p:nvSpPr>
        <p:spPr>
          <a:xfrm>
            <a:off x="1913645" y="274320"/>
            <a:ext cx="9994837" cy="11430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56221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6"/>
          <p:cNvSpPr txBox="1">
            <a:spLocks noGrp="1"/>
          </p:cNvSpPr>
          <p:nvPr>
            <p:ph type="dt" idx="10"/>
          </p:nvPr>
        </p:nvSpPr>
        <p:spPr>
          <a:xfrm>
            <a:off x="4773957" y="6305550"/>
            <a:ext cx="2844059"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6"/>
          <p:cNvSpPr txBox="1">
            <a:spLocks noGrp="1"/>
          </p:cNvSpPr>
          <p:nvPr>
            <p:ph type="ftr" idx="11"/>
          </p:nvPr>
        </p:nvSpPr>
        <p:spPr>
          <a:xfrm>
            <a:off x="7618015" y="6305550"/>
            <a:ext cx="3859795"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6"/>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1pPr>
            <a:lvl2pPr marL="0" marR="0" lvl="1"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2pPr>
            <a:lvl3pPr marL="0" marR="0" lvl="2"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3pPr>
            <a:lvl4pPr marL="0" marR="0" lvl="3"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4pPr>
            <a:lvl5pPr marL="0" marR="0" lvl="4"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5pPr>
            <a:lvl6pPr marL="0" marR="0" lvl="5"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6pPr>
            <a:lvl7pPr marL="0" marR="0" lvl="6"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7pPr>
            <a:lvl8pPr marL="0" marR="0" lvl="7"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8pPr>
            <a:lvl9pPr marL="0" marR="0" lvl="8"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9pPr>
          </a:lstStyle>
          <a:p>
            <a:pPr marL="0" lvl="0" indent="0" algn="ct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65"/>
        <p:cNvGrpSpPr/>
        <p:nvPr/>
      </p:nvGrpSpPr>
      <p:grpSpPr>
        <a:xfrm>
          <a:off x="0" y="0"/>
          <a:ext cx="0" cy="0"/>
          <a:chOff x="0" y="0"/>
          <a:chExt cx="0" cy="0"/>
        </a:xfrm>
      </p:grpSpPr>
      <p:sp>
        <p:nvSpPr>
          <p:cNvPr id="66" name="Google Shape;66;p27"/>
          <p:cNvSpPr/>
          <p:nvPr/>
        </p:nvSpPr>
        <p:spPr>
          <a:xfrm>
            <a:off x="1352960" y="0"/>
            <a:ext cx="10835865"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Gill Sans" panose="020B0502020104020203"/>
              <a:ea typeface="Gill Sans" panose="020B0502020104020203"/>
              <a:cs typeface="Gill Sans" panose="020B0502020104020203"/>
              <a:sym typeface="Gill Sans" panose="020B0502020104020203"/>
            </a:endParaRPr>
          </a:p>
        </p:txBody>
      </p:sp>
      <p:sp>
        <p:nvSpPr>
          <p:cNvPr id="67" name="Google Shape;67;p27"/>
          <p:cNvSpPr txBox="1">
            <a:spLocks noGrp="1"/>
          </p:cNvSpPr>
          <p:nvPr>
            <p:ph type="dt" idx="10"/>
          </p:nvPr>
        </p:nvSpPr>
        <p:spPr>
          <a:xfrm>
            <a:off x="4773957" y="6305550"/>
            <a:ext cx="2844059"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7"/>
          <p:cNvSpPr txBox="1">
            <a:spLocks noGrp="1"/>
          </p:cNvSpPr>
          <p:nvPr>
            <p:ph type="ftr" idx="11"/>
          </p:nvPr>
        </p:nvSpPr>
        <p:spPr>
          <a:xfrm>
            <a:off x="7618015" y="6305550"/>
            <a:ext cx="3859795"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7"/>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1pPr>
            <a:lvl2pPr marL="0" marR="0" lvl="1"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2pPr>
            <a:lvl3pPr marL="0" marR="0" lvl="2"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3pPr>
            <a:lvl4pPr marL="0" marR="0" lvl="3"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4pPr>
            <a:lvl5pPr marL="0" marR="0" lvl="4"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5pPr>
            <a:lvl6pPr marL="0" marR="0" lvl="5"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6pPr>
            <a:lvl7pPr marL="0" marR="0" lvl="6"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7pPr>
            <a:lvl8pPr marL="0" marR="0" lvl="7"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8pPr>
            <a:lvl9pPr marL="0" marR="0" lvl="8"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9pPr>
          </a:lstStyle>
          <a:p>
            <a:pPr marL="0" lvl="0" indent="0" algn="ctr" rtl="0">
              <a:spcBef>
                <a:spcPts val="0"/>
              </a:spcBef>
              <a:spcAft>
                <a:spcPts val="0"/>
              </a:spcAft>
              <a:buNone/>
            </a:pPr>
            <a:fld id="{00000000-1234-1234-1234-123412341234}" type="slidenum">
              <a:rPr lang="en-US"/>
              <a:t>‹#›</a:t>
            </a:fld>
            <a:endParaRPr lang="en-US"/>
          </a:p>
        </p:txBody>
      </p:sp>
      <p:sp>
        <p:nvSpPr>
          <p:cNvPr id="70" name="Google Shape;70;p27"/>
          <p:cNvSpPr/>
          <p:nvPr/>
        </p:nvSpPr>
        <p:spPr>
          <a:xfrm>
            <a:off x="1352959" y="-54"/>
            <a:ext cx="97511" cy="6858054"/>
          </a:xfrm>
          <a:prstGeom prst="rect">
            <a:avLst/>
          </a:prstGeom>
          <a:solidFill>
            <a:schemeClr val="lt1"/>
          </a:solidFill>
          <a:ln>
            <a:noFill/>
          </a:ln>
          <a:effectLst>
            <a:outerShdw blurRad="38550" dist="38000" dir="10800000" algn="tl" rotWithShape="0">
              <a:srgbClr val="6F6A5F">
                <a:alpha val="2392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Gill Sans" panose="020B0502020104020203"/>
              <a:ea typeface="Gill Sans" panose="020B0502020104020203"/>
              <a:cs typeface="Gill Sans" panose="020B0502020104020203"/>
              <a:sym typeface="Gill Sans" panose="020B0502020104020203"/>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71"/>
        <p:cNvGrpSpPr/>
        <p:nvPr/>
      </p:nvGrpSpPr>
      <p:grpSpPr>
        <a:xfrm>
          <a:off x="0" y="0"/>
          <a:ext cx="0" cy="0"/>
          <a:chOff x="0" y="0"/>
          <a:chExt cx="0" cy="0"/>
        </a:xfrm>
      </p:grpSpPr>
      <p:sp>
        <p:nvSpPr>
          <p:cNvPr id="72" name="Google Shape;72;p28"/>
          <p:cNvSpPr txBox="1">
            <a:spLocks noGrp="1"/>
          </p:cNvSpPr>
          <p:nvPr>
            <p:ph type="title"/>
          </p:nvPr>
        </p:nvSpPr>
        <p:spPr>
          <a:xfrm>
            <a:off x="609441" y="216778"/>
            <a:ext cx="5078677" cy="1162050"/>
          </a:xfrm>
          <a:prstGeom prst="rect">
            <a:avLst/>
          </a:prstGeom>
          <a:noFill/>
          <a:ln>
            <a:noFill/>
          </a:ln>
        </p:spPr>
        <p:txBody>
          <a:bodyPr spcFirstLastPara="1" wrap="square" lIns="91425" tIns="45700" rIns="91425" bIns="45700" anchor="b" anchorCtr="0">
            <a:normAutofit/>
          </a:bodyPr>
          <a:lstStyle>
            <a:lvl1pPr lvl="0" algn="l">
              <a:lnSpc>
                <a:spcPct val="91000"/>
              </a:lnSpc>
              <a:spcBef>
                <a:spcPts val="0"/>
              </a:spcBef>
              <a:spcAft>
                <a:spcPts val="0"/>
              </a:spcAft>
              <a:buClr>
                <a:srgbClr val="562214"/>
              </a:buClr>
              <a:buSzPts val="2200"/>
              <a:buFont typeface="Gill Sans" panose="020B0502020104020203"/>
              <a:buNone/>
              <a:defRPr sz="22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8"/>
          <p:cNvSpPr txBox="1">
            <a:spLocks noGrp="1"/>
          </p:cNvSpPr>
          <p:nvPr>
            <p:ph type="body" idx="1"/>
          </p:nvPr>
        </p:nvSpPr>
        <p:spPr>
          <a:xfrm>
            <a:off x="609441" y="1406964"/>
            <a:ext cx="5078677" cy="6985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0"/>
              </a:spcBef>
              <a:spcAft>
                <a:spcPts val="0"/>
              </a:spcAft>
              <a:buSzPts val="1120"/>
              <a:buNone/>
              <a:defRPr sz="1400"/>
            </a:lvl1pPr>
            <a:lvl2pPr marL="914400" lvl="1" indent="-228600" algn="l">
              <a:lnSpc>
                <a:spcPct val="100000"/>
              </a:lnSpc>
              <a:spcBef>
                <a:spcPts val="550"/>
              </a:spcBef>
              <a:spcAft>
                <a:spcPts val="0"/>
              </a:spcAft>
              <a:buSzPts val="1200"/>
              <a:buNone/>
              <a:defRPr sz="1200"/>
            </a:lvl2pPr>
            <a:lvl3pPr marL="1371600" lvl="2" indent="-228600" algn="l">
              <a:lnSpc>
                <a:spcPct val="100000"/>
              </a:lnSpc>
              <a:spcBef>
                <a:spcPts val="200"/>
              </a:spcBef>
              <a:spcAft>
                <a:spcPts val="0"/>
              </a:spcAft>
              <a:buSzPts val="1000"/>
              <a:buNone/>
              <a:defRPr sz="1000"/>
            </a:lvl3pPr>
            <a:lvl4pPr marL="1828800" lvl="3" indent="-228600" algn="l">
              <a:lnSpc>
                <a:spcPct val="100000"/>
              </a:lnSpc>
              <a:spcBef>
                <a:spcPts val="180"/>
              </a:spcBef>
              <a:spcAft>
                <a:spcPts val="0"/>
              </a:spcAft>
              <a:buSzPts val="900"/>
              <a:buNone/>
              <a:defRPr sz="900"/>
            </a:lvl4pPr>
            <a:lvl5pPr marL="2286000" lvl="4" indent="-228600" algn="l">
              <a:lnSpc>
                <a:spcPct val="100000"/>
              </a:lnSpc>
              <a:spcBef>
                <a:spcPts val="180"/>
              </a:spcBef>
              <a:spcAft>
                <a:spcPts val="0"/>
              </a:spcAft>
              <a:buSzPts val="900"/>
              <a:buNone/>
              <a:defRPr sz="9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74" name="Google Shape;74;p28"/>
          <p:cNvSpPr txBox="1">
            <a:spLocks noGrp="1"/>
          </p:cNvSpPr>
          <p:nvPr>
            <p:ph type="body" idx="2"/>
          </p:nvPr>
        </p:nvSpPr>
        <p:spPr>
          <a:xfrm>
            <a:off x="609441" y="2133601"/>
            <a:ext cx="10868369" cy="3992563"/>
          </a:xfrm>
          <a:prstGeom prst="rect">
            <a:avLst/>
          </a:prstGeom>
          <a:noFill/>
          <a:ln>
            <a:noFill/>
          </a:ln>
        </p:spPr>
        <p:txBody>
          <a:bodyPr spcFirstLastPara="1" wrap="square" lIns="91425" tIns="45700" rIns="91425" bIns="45700" anchor="t" anchorCtr="0">
            <a:normAutofit/>
          </a:bodyPr>
          <a:lstStyle>
            <a:lvl1pPr marL="457200" lvl="0" indent="-391160" algn="l">
              <a:lnSpc>
                <a:spcPct val="100000"/>
              </a:lnSpc>
              <a:spcBef>
                <a:spcPts val="600"/>
              </a:spcBef>
              <a:spcAft>
                <a:spcPts val="0"/>
              </a:spcAft>
              <a:buSzPts val="2560"/>
              <a:buChar char="⚫"/>
              <a:defRPr sz="3200"/>
            </a:lvl1pPr>
            <a:lvl2pPr marL="914400" lvl="1" indent="-406400" algn="l">
              <a:lnSpc>
                <a:spcPct val="100000"/>
              </a:lnSpc>
              <a:spcBef>
                <a:spcPts val="550"/>
              </a:spcBef>
              <a:spcAft>
                <a:spcPts val="0"/>
              </a:spcAft>
              <a:buSzPts val="2800"/>
              <a:buChar char="◦"/>
              <a:defRPr sz="2800"/>
            </a:lvl2pPr>
            <a:lvl3pPr marL="1371600" lvl="2" indent="-381000" algn="l">
              <a:lnSpc>
                <a:spcPct val="100000"/>
              </a:lnSpc>
              <a:spcBef>
                <a:spcPts val="480"/>
              </a:spcBef>
              <a:spcAft>
                <a:spcPts val="0"/>
              </a:spcAft>
              <a:buSzPts val="2400"/>
              <a:buChar char="●"/>
              <a:defRPr sz="2400"/>
            </a:lvl3pPr>
            <a:lvl4pPr marL="1828800" lvl="3" indent="-355600" algn="l">
              <a:lnSpc>
                <a:spcPct val="100000"/>
              </a:lnSpc>
              <a:spcBef>
                <a:spcPts val="400"/>
              </a:spcBef>
              <a:spcAft>
                <a:spcPts val="0"/>
              </a:spcAft>
              <a:buSzPts val="2000"/>
              <a:buChar char="●"/>
              <a:defRPr sz="2000"/>
            </a:lvl4pPr>
            <a:lvl5pPr marL="2286000" lvl="4" indent="-355600" algn="l">
              <a:lnSpc>
                <a:spcPct val="100000"/>
              </a:lnSpc>
              <a:spcBef>
                <a:spcPts val="400"/>
              </a:spcBef>
              <a:spcAft>
                <a:spcPts val="0"/>
              </a:spcAft>
              <a:buSzPts val="2000"/>
              <a:buChar char="●"/>
              <a:defRPr sz="20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75" name="Google Shape;75;p28"/>
          <p:cNvSpPr txBox="1">
            <a:spLocks noGrp="1"/>
          </p:cNvSpPr>
          <p:nvPr>
            <p:ph type="dt" idx="10"/>
          </p:nvPr>
        </p:nvSpPr>
        <p:spPr>
          <a:xfrm>
            <a:off x="4773957" y="6305550"/>
            <a:ext cx="2844059"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8"/>
          <p:cNvSpPr txBox="1">
            <a:spLocks noGrp="1"/>
          </p:cNvSpPr>
          <p:nvPr>
            <p:ph type="ftr" idx="11"/>
          </p:nvPr>
        </p:nvSpPr>
        <p:spPr>
          <a:xfrm>
            <a:off x="7618015" y="6305550"/>
            <a:ext cx="3859795"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8"/>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1pPr>
            <a:lvl2pPr marL="0" marR="0" lvl="1"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2pPr>
            <a:lvl3pPr marL="0" marR="0" lvl="2"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3pPr>
            <a:lvl4pPr marL="0" marR="0" lvl="3"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4pPr>
            <a:lvl5pPr marL="0" marR="0" lvl="4"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5pPr>
            <a:lvl6pPr marL="0" marR="0" lvl="5"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6pPr>
            <a:lvl7pPr marL="0" marR="0" lvl="6"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7pPr>
            <a:lvl8pPr marL="0" marR="0" lvl="7"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8pPr>
            <a:lvl9pPr marL="0" marR="0" lvl="8"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9pPr>
          </a:lstStyle>
          <a:p>
            <a:pPr marL="0" lvl="0" indent="0" algn="ct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8"/>
        <p:cNvGrpSpPr/>
        <p:nvPr/>
      </p:nvGrpSpPr>
      <p:grpSpPr>
        <a:xfrm>
          <a:off x="0" y="0"/>
          <a:ext cx="0" cy="0"/>
          <a:chOff x="0" y="0"/>
          <a:chExt cx="0" cy="0"/>
        </a:xfrm>
      </p:grpSpPr>
      <p:sp>
        <p:nvSpPr>
          <p:cNvPr id="79" name="Google Shape;79;p29"/>
          <p:cNvSpPr txBox="1">
            <a:spLocks noGrp="1"/>
          </p:cNvSpPr>
          <p:nvPr>
            <p:ph type="title"/>
          </p:nvPr>
        </p:nvSpPr>
        <p:spPr>
          <a:xfrm>
            <a:off x="7847150" y="1066800"/>
            <a:ext cx="3656648" cy="1981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562214"/>
              </a:buClr>
              <a:buSzPts val="2100"/>
              <a:buFont typeface="Gill Sans" panose="020B0502020104020203"/>
              <a:buNone/>
              <a:defRPr sz="21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9"/>
          <p:cNvSpPr txBox="1">
            <a:spLocks noGrp="1"/>
          </p:cNvSpPr>
          <p:nvPr>
            <p:ph type="dt" idx="10"/>
          </p:nvPr>
        </p:nvSpPr>
        <p:spPr>
          <a:xfrm>
            <a:off x="4773957" y="6305550"/>
            <a:ext cx="2844059"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9"/>
          <p:cNvSpPr txBox="1">
            <a:spLocks noGrp="1"/>
          </p:cNvSpPr>
          <p:nvPr>
            <p:ph type="ftr" idx="11"/>
          </p:nvPr>
        </p:nvSpPr>
        <p:spPr>
          <a:xfrm>
            <a:off x="7618015" y="6305550"/>
            <a:ext cx="3859795"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9"/>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1pPr>
            <a:lvl2pPr marL="0" marR="0" lvl="1"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2pPr>
            <a:lvl3pPr marL="0" marR="0" lvl="2"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3pPr>
            <a:lvl4pPr marL="0" marR="0" lvl="3"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4pPr>
            <a:lvl5pPr marL="0" marR="0" lvl="4"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5pPr>
            <a:lvl6pPr marL="0" marR="0" lvl="5"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6pPr>
            <a:lvl7pPr marL="0" marR="0" lvl="6"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7pPr>
            <a:lvl8pPr marL="0" marR="0" lvl="7"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8pPr>
            <a:lvl9pPr marL="0" marR="0" lvl="8"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9pPr>
          </a:lstStyle>
          <a:p>
            <a:pPr marL="0" lvl="0" indent="0" algn="ctr" rtl="0">
              <a:spcBef>
                <a:spcPts val="0"/>
              </a:spcBef>
              <a:spcAft>
                <a:spcPts val="0"/>
              </a:spcAft>
              <a:buNone/>
            </a:pPr>
            <a:fld id="{00000000-1234-1234-1234-123412341234}" type="slidenum">
              <a:rPr lang="en-US"/>
              <a:t>‹#›</a:t>
            </a:fld>
            <a:endParaRPr lang="en-US"/>
          </a:p>
        </p:txBody>
      </p:sp>
      <p:sp>
        <p:nvSpPr>
          <p:cNvPr id="83" name="Google Shape;83;p29"/>
          <p:cNvSpPr/>
          <p:nvPr/>
        </p:nvSpPr>
        <p:spPr>
          <a:xfrm>
            <a:off x="1015735" y="1066800"/>
            <a:ext cx="6094413" cy="4572000"/>
          </a:xfrm>
          <a:prstGeom prst="rect">
            <a:avLst/>
          </a:prstGeom>
          <a:solidFill>
            <a:srgbClr val="FFFFFF"/>
          </a:solidFill>
          <a:ln w="88900" cap="sq" cmpd="sng">
            <a:solidFill>
              <a:srgbClr val="FFFFFF"/>
            </a:solidFill>
            <a:prstDash val="solid"/>
            <a:miter lim="800000"/>
            <a:headEnd type="none" w="sm" len="sm"/>
            <a:tailEnd type="none" w="sm" len="sm"/>
          </a:ln>
          <a:effectLst>
            <a:outerShdw blurRad="55500" dist="18500" dir="5400000" algn="tl" rotWithShape="0">
              <a:srgbClr val="000000">
                <a:alpha val="34117"/>
              </a:srgbClr>
            </a:outerShdw>
          </a:effectLst>
        </p:spPr>
        <p:txBody>
          <a:bodyPr spcFirstLastPara="1" wrap="square" lIns="91425" tIns="274300" rIns="91425" bIns="45700" anchor="t" anchorCtr="0">
            <a:noAutofit/>
          </a:bodyPr>
          <a:lstStyle/>
          <a:p>
            <a:pPr marL="0" marR="0" lvl="0" indent="0" algn="l" rtl="0">
              <a:lnSpc>
                <a:spcPct val="94000"/>
              </a:lnSpc>
              <a:spcBef>
                <a:spcPts val="0"/>
              </a:spcBef>
              <a:spcAft>
                <a:spcPts val="0"/>
              </a:spcAft>
              <a:buClr>
                <a:schemeClr val="accent1"/>
              </a:buClr>
              <a:buSzPts val="2560"/>
              <a:buFont typeface="Noto Sans Symbols"/>
              <a:buNone/>
            </a:pPr>
            <a:endParaRPr sz="3200" b="0" i="0" u="none" strike="noStrike" cap="none">
              <a:solidFill>
                <a:schemeClr val="dk1"/>
              </a:solidFill>
              <a:latin typeface="Gill Sans" panose="020B0502020104020203"/>
              <a:ea typeface="Gill Sans" panose="020B0502020104020203"/>
              <a:cs typeface="Gill Sans" panose="020B0502020104020203"/>
              <a:sym typeface="Gill Sans" panose="020B0502020104020203"/>
            </a:endParaRPr>
          </a:p>
        </p:txBody>
      </p:sp>
      <p:sp>
        <p:nvSpPr>
          <p:cNvPr id="84" name="Google Shape;84;p29"/>
          <p:cNvSpPr>
            <a:spLocks noGrp="1"/>
          </p:cNvSpPr>
          <p:nvPr>
            <p:ph type="pic" idx="2"/>
          </p:nvPr>
        </p:nvSpPr>
        <p:spPr>
          <a:xfrm>
            <a:off x="1117309" y="1143004"/>
            <a:ext cx="5891265" cy="3514531"/>
          </a:xfrm>
          <a:prstGeom prst="roundRect">
            <a:avLst>
              <a:gd name="adj" fmla="val 783"/>
            </a:avLst>
          </a:prstGeom>
          <a:solidFill>
            <a:schemeClr val="lt2"/>
          </a:solidFill>
          <a:ln>
            <a:noFill/>
          </a:ln>
        </p:spPr>
      </p:sp>
      <p:sp>
        <p:nvSpPr>
          <p:cNvPr id="85" name="Google Shape;85;p29"/>
          <p:cNvSpPr/>
          <p:nvPr/>
        </p:nvSpPr>
        <p:spPr>
          <a:xfrm rot="-2131329">
            <a:off x="528829" y="954341"/>
            <a:ext cx="914162" cy="204310"/>
          </a:xfrm>
          <a:prstGeom prst="flowChartProcess">
            <a:avLst/>
          </a:prstGeom>
          <a:solidFill>
            <a:srgbClr val="FBFBFB">
              <a:alpha val="43921"/>
            </a:srgbClr>
          </a:solidFill>
          <a:ln w="9525" cap="rnd" cmpd="sng">
            <a:solidFill>
              <a:srgbClr val="FFFFFF"/>
            </a:solidFill>
            <a:prstDash val="solid"/>
            <a:round/>
            <a:headEnd type="none" w="sm" len="sm"/>
            <a:tailEnd type="none" w="sm" len="sm"/>
          </a:ln>
          <a:effectLst>
            <a:outerShdw blurRad="25400" dist="25400" dir="3300000" sx="96000" sy="96000" algn="tl" rotWithShape="0">
              <a:srgbClr val="EAD8B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Gill Sans" panose="020B0502020104020203"/>
              <a:ea typeface="Gill Sans" panose="020B0502020104020203"/>
              <a:cs typeface="Gill Sans" panose="020B0502020104020203"/>
              <a:sym typeface="Gill Sans" panose="020B0502020104020203"/>
            </a:endParaRPr>
          </a:p>
        </p:txBody>
      </p:sp>
      <p:sp>
        <p:nvSpPr>
          <p:cNvPr id="86" name="Google Shape;86;p29"/>
          <p:cNvSpPr/>
          <p:nvPr/>
        </p:nvSpPr>
        <p:spPr>
          <a:xfrm rot="2103354" flipH="1">
            <a:off x="6669818" y="936786"/>
            <a:ext cx="865407" cy="204310"/>
          </a:xfrm>
          <a:prstGeom prst="flowChartProcess">
            <a:avLst/>
          </a:prstGeom>
          <a:solidFill>
            <a:srgbClr val="FBFBFB">
              <a:alpha val="43921"/>
            </a:srgbClr>
          </a:solidFill>
          <a:ln w="9525" cap="rnd" cmpd="sng">
            <a:solidFill>
              <a:srgbClr val="FFFFFF"/>
            </a:solidFill>
            <a:prstDash val="solid"/>
            <a:round/>
            <a:headEnd type="none" w="sm" len="sm"/>
            <a:tailEnd type="none" w="sm" len="sm"/>
          </a:ln>
          <a:effectLst>
            <a:outerShdw blurRad="25400" dist="25400" dir="3300000" sx="96000" sy="96000" algn="tl" rotWithShape="0">
              <a:schemeClr val="lt2">
                <a:alpha val="20000"/>
              </a:scheme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Gill Sans" panose="020B0502020104020203"/>
              <a:ea typeface="Gill Sans" panose="020B0502020104020203"/>
              <a:cs typeface="Gill Sans" panose="020B0502020104020203"/>
              <a:sym typeface="Gill Sans" panose="020B0502020104020203"/>
            </a:endParaRPr>
          </a:p>
        </p:txBody>
      </p:sp>
      <p:sp>
        <p:nvSpPr>
          <p:cNvPr id="87" name="Google Shape;87;p29"/>
          <p:cNvSpPr txBox="1">
            <a:spLocks noGrp="1"/>
          </p:cNvSpPr>
          <p:nvPr>
            <p:ph type="body" idx="1"/>
          </p:nvPr>
        </p:nvSpPr>
        <p:spPr>
          <a:xfrm>
            <a:off x="1117309" y="4800600"/>
            <a:ext cx="5891265" cy="762000"/>
          </a:xfrm>
          <a:prstGeom prst="rect">
            <a:avLst/>
          </a:prstGeom>
          <a:noFill/>
          <a:ln>
            <a:noFill/>
          </a:ln>
        </p:spPr>
        <p:txBody>
          <a:bodyPr spcFirstLastPara="1" wrap="square" lIns="91425" tIns="45700" rIns="91425" bIns="45700" anchor="ctr" anchorCtr="0">
            <a:normAutofit/>
          </a:bodyPr>
          <a:lstStyle>
            <a:lvl1pPr marL="457200" lvl="0" indent="-228600" algn="l">
              <a:lnSpc>
                <a:spcPct val="114000"/>
              </a:lnSpc>
              <a:spcBef>
                <a:spcPts val="0"/>
              </a:spcBef>
              <a:spcAft>
                <a:spcPts val="0"/>
              </a:spcAft>
              <a:buSzPts val="1120"/>
              <a:buNone/>
              <a:defRPr sz="1400">
                <a:solidFill>
                  <a:srgbClr val="777777"/>
                </a:solidFill>
              </a:defRPr>
            </a:lvl1pPr>
            <a:lvl2pPr marL="914400" lvl="1" indent="-304800" algn="l">
              <a:lnSpc>
                <a:spcPct val="100000"/>
              </a:lnSpc>
              <a:spcBef>
                <a:spcPts val="550"/>
              </a:spcBef>
              <a:spcAft>
                <a:spcPts val="0"/>
              </a:spcAft>
              <a:buSzPts val="1200"/>
              <a:buChar char="◦"/>
              <a:defRPr sz="1200"/>
            </a:lvl2pPr>
            <a:lvl3pPr marL="1371600" lvl="2" indent="-292100" algn="l">
              <a:lnSpc>
                <a:spcPct val="100000"/>
              </a:lnSpc>
              <a:spcBef>
                <a:spcPts val="200"/>
              </a:spcBef>
              <a:spcAft>
                <a:spcPts val="0"/>
              </a:spcAft>
              <a:buSzPts val="1000"/>
              <a:buChar char="●"/>
              <a:defRPr sz="1000"/>
            </a:lvl3pPr>
            <a:lvl4pPr marL="1828800" lvl="3" indent="-285750" algn="l">
              <a:lnSpc>
                <a:spcPct val="100000"/>
              </a:lnSpc>
              <a:spcBef>
                <a:spcPts val="180"/>
              </a:spcBef>
              <a:spcAft>
                <a:spcPts val="0"/>
              </a:spcAft>
              <a:buSzPts val="900"/>
              <a:buChar char="●"/>
              <a:defRPr sz="900"/>
            </a:lvl4pPr>
            <a:lvl5pPr marL="2286000" lvl="4" indent="-285750" algn="l">
              <a:lnSpc>
                <a:spcPct val="100000"/>
              </a:lnSpc>
              <a:spcBef>
                <a:spcPts val="180"/>
              </a:spcBef>
              <a:spcAft>
                <a:spcPts val="0"/>
              </a:spcAft>
              <a:buSzPts val="900"/>
              <a:buChar char="●"/>
              <a:defRPr sz="9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8"/>
        <p:cNvGrpSpPr/>
        <p:nvPr/>
      </p:nvGrpSpPr>
      <p:grpSpPr>
        <a:xfrm>
          <a:off x="0" y="0"/>
          <a:ext cx="0" cy="0"/>
          <a:chOff x="0" y="0"/>
          <a:chExt cx="0" cy="0"/>
        </a:xfrm>
      </p:grpSpPr>
      <p:sp>
        <p:nvSpPr>
          <p:cNvPr id="89" name="Google Shape;89;p30"/>
          <p:cNvSpPr txBox="1">
            <a:spLocks noGrp="1"/>
          </p:cNvSpPr>
          <p:nvPr>
            <p:ph type="title"/>
          </p:nvPr>
        </p:nvSpPr>
        <p:spPr>
          <a:xfrm>
            <a:off x="1913645" y="274638"/>
            <a:ext cx="9994837" cy="11430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56221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30"/>
          <p:cNvSpPr txBox="1">
            <a:spLocks noGrp="1"/>
          </p:cNvSpPr>
          <p:nvPr>
            <p:ph type="body" idx="1"/>
          </p:nvPr>
        </p:nvSpPr>
        <p:spPr>
          <a:xfrm rot="5400000">
            <a:off x="4510763" y="-1149318"/>
            <a:ext cx="4800600" cy="9994837"/>
          </a:xfrm>
          <a:prstGeom prst="rect">
            <a:avLst/>
          </a:prstGeom>
          <a:noFill/>
          <a:ln>
            <a:noFill/>
          </a:ln>
        </p:spPr>
        <p:txBody>
          <a:bodyPr spcFirstLastPara="1" wrap="square" lIns="91425" tIns="45700" rIns="91425" bIns="45700" anchor="t" anchorCtr="0">
            <a:normAutofit/>
          </a:bodyPr>
          <a:lstStyle>
            <a:lvl1pPr marL="457200" lvl="0" indent="-320040" algn="l">
              <a:lnSpc>
                <a:spcPct val="100000"/>
              </a:lnSpc>
              <a:spcBef>
                <a:spcPts val="600"/>
              </a:spcBef>
              <a:spcAft>
                <a:spcPts val="0"/>
              </a:spcAft>
              <a:buSzPts val="1440"/>
              <a:buChar char="⚫"/>
              <a:defRPr/>
            </a:lvl1pPr>
            <a:lvl2pPr marL="914400" lvl="1" indent="-342900" algn="l">
              <a:lnSpc>
                <a:spcPct val="100000"/>
              </a:lnSpc>
              <a:spcBef>
                <a:spcPts val="55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91" name="Google Shape;91;p30"/>
          <p:cNvSpPr txBox="1">
            <a:spLocks noGrp="1"/>
          </p:cNvSpPr>
          <p:nvPr>
            <p:ph type="dt" idx="10"/>
          </p:nvPr>
        </p:nvSpPr>
        <p:spPr>
          <a:xfrm>
            <a:off x="4773957" y="6305550"/>
            <a:ext cx="2844059"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30"/>
          <p:cNvSpPr txBox="1">
            <a:spLocks noGrp="1"/>
          </p:cNvSpPr>
          <p:nvPr>
            <p:ph type="ftr" idx="11"/>
          </p:nvPr>
        </p:nvSpPr>
        <p:spPr>
          <a:xfrm>
            <a:off x="7618015" y="6305550"/>
            <a:ext cx="3859795"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30"/>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1pPr>
            <a:lvl2pPr marL="0" marR="0" lvl="1"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2pPr>
            <a:lvl3pPr marL="0" marR="0" lvl="2"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3pPr>
            <a:lvl4pPr marL="0" marR="0" lvl="3"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4pPr>
            <a:lvl5pPr marL="0" marR="0" lvl="4"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5pPr>
            <a:lvl6pPr marL="0" marR="0" lvl="5"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6pPr>
            <a:lvl7pPr marL="0" marR="0" lvl="6"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7pPr>
            <a:lvl8pPr marL="0" marR="0" lvl="7"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8pPr>
            <a:lvl9pPr marL="0" marR="0" lvl="8"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9pPr>
          </a:lstStyle>
          <a:p>
            <a:pPr marL="0" lvl="0" indent="0" algn="ct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4"/>
        <p:cNvGrpSpPr/>
        <p:nvPr/>
      </p:nvGrpSpPr>
      <p:grpSpPr>
        <a:xfrm>
          <a:off x="0" y="0"/>
          <a:ext cx="0" cy="0"/>
          <a:chOff x="0" y="0"/>
          <a:chExt cx="0" cy="0"/>
        </a:xfrm>
      </p:grpSpPr>
      <p:sp>
        <p:nvSpPr>
          <p:cNvPr id="95" name="Google Shape;95;p31"/>
          <p:cNvSpPr txBox="1">
            <a:spLocks noGrp="1"/>
          </p:cNvSpPr>
          <p:nvPr>
            <p:ph type="title"/>
          </p:nvPr>
        </p:nvSpPr>
        <p:spPr>
          <a:xfrm rot="5400000">
            <a:off x="7434739" y="1981520"/>
            <a:ext cx="5851525" cy="2437765"/>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56221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31"/>
          <p:cNvSpPr txBox="1">
            <a:spLocks noGrp="1"/>
          </p:cNvSpPr>
          <p:nvPr>
            <p:ph type="body" idx="1"/>
          </p:nvPr>
        </p:nvSpPr>
        <p:spPr>
          <a:xfrm rot="5400000">
            <a:off x="2305275" y="-507031"/>
            <a:ext cx="5851525" cy="7414869"/>
          </a:xfrm>
          <a:prstGeom prst="rect">
            <a:avLst/>
          </a:prstGeom>
          <a:noFill/>
          <a:ln>
            <a:noFill/>
          </a:ln>
        </p:spPr>
        <p:txBody>
          <a:bodyPr spcFirstLastPara="1" wrap="square" lIns="91425" tIns="45700" rIns="91425" bIns="45700" anchor="t" anchorCtr="0">
            <a:normAutofit/>
          </a:bodyPr>
          <a:lstStyle>
            <a:lvl1pPr marL="457200" lvl="0" indent="-320040" algn="l">
              <a:lnSpc>
                <a:spcPct val="100000"/>
              </a:lnSpc>
              <a:spcBef>
                <a:spcPts val="600"/>
              </a:spcBef>
              <a:spcAft>
                <a:spcPts val="0"/>
              </a:spcAft>
              <a:buSzPts val="1440"/>
              <a:buChar char="⚫"/>
              <a:defRPr/>
            </a:lvl1pPr>
            <a:lvl2pPr marL="914400" lvl="1" indent="-342900" algn="l">
              <a:lnSpc>
                <a:spcPct val="100000"/>
              </a:lnSpc>
              <a:spcBef>
                <a:spcPts val="55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97" name="Google Shape;97;p31"/>
          <p:cNvSpPr txBox="1">
            <a:spLocks noGrp="1"/>
          </p:cNvSpPr>
          <p:nvPr>
            <p:ph type="dt" idx="10"/>
          </p:nvPr>
        </p:nvSpPr>
        <p:spPr>
          <a:xfrm>
            <a:off x="4773957" y="6305550"/>
            <a:ext cx="2844059"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31"/>
          <p:cNvSpPr txBox="1">
            <a:spLocks noGrp="1"/>
          </p:cNvSpPr>
          <p:nvPr>
            <p:ph type="ftr" idx="11"/>
          </p:nvPr>
        </p:nvSpPr>
        <p:spPr>
          <a:xfrm>
            <a:off x="7618015" y="6305550"/>
            <a:ext cx="3859795"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31"/>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1pPr>
            <a:lvl2pPr marL="0" marR="0" lvl="1"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2pPr>
            <a:lvl3pPr marL="0" marR="0" lvl="2"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3pPr>
            <a:lvl4pPr marL="0" marR="0" lvl="3"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4pPr>
            <a:lvl5pPr marL="0" marR="0" lvl="4"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5pPr>
            <a:lvl6pPr marL="0" marR="0" lvl="5"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6pPr>
            <a:lvl7pPr marL="0" marR="0" lvl="6"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7pPr>
            <a:lvl8pPr marL="0" marR="0" lvl="7"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8pPr>
            <a:lvl9pPr marL="0" marR="0" lvl="8"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9pPr>
          </a:lstStyle>
          <a:p>
            <a:pPr marL="0" lvl="0" indent="0" algn="ct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3"/>
          <a:tile tx="0" ty="0" sx="90000" sy="90000" flip="xy" algn="tl"/>
        </a:blipFill>
        <a:effectLst/>
      </p:bgPr>
    </p:bg>
    <p:spTree>
      <p:nvGrpSpPr>
        <p:cNvPr id="1" name="Shape 9"/>
        <p:cNvGrpSpPr/>
        <p:nvPr/>
      </p:nvGrpSpPr>
      <p:grpSpPr>
        <a:xfrm>
          <a:off x="0" y="0"/>
          <a:ext cx="0" cy="0"/>
          <a:chOff x="0" y="0"/>
          <a:chExt cx="0" cy="0"/>
        </a:xfrm>
      </p:grpSpPr>
      <p:sp>
        <p:nvSpPr>
          <p:cNvPr id="10" name="Google Shape;10;p20"/>
          <p:cNvSpPr/>
          <p:nvPr/>
        </p:nvSpPr>
        <p:spPr>
          <a:xfrm>
            <a:off x="-1087619" y="-815922"/>
            <a:ext cx="2184614" cy="1638887"/>
          </a:xfrm>
          <a:prstGeom prst="pie">
            <a:avLst>
              <a:gd name="adj1" fmla="val 0"/>
              <a:gd name="adj2" fmla="val 5402120"/>
            </a:avLst>
          </a:prstGeom>
          <a:solidFill>
            <a:srgbClr val="FEF9F3">
              <a:alpha val="32156"/>
            </a:srgbClr>
          </a:solidFill>
          <a:ln w="9525" cap="rnd" cmpd="sng">
            <a:solidFill>
              <a:srgbClr val="D1C19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Gill Sans" panose="020B0502020104020203"/>
              <a:ea typeface="Gill Sans" panose="020B0502020104020203"/>
              <a:cs typeface="Gill Sans" panose="020B0502020104020203"/>
              <a:sym typeface="Gill Sans" panose="020B0502020104020203"/>
            </a:endParaRPr>
          </a:p>
        </p:txBody>
      </p:sp>
      <p:sp>
        <p:nvSpPr>
          <p:cNvPr id="11" name="Google Shape;11;p20"/>
          <p:cNvSpPr/>
          <p:nvPr/>
        </p:nvSpPr>
        <p:spPr>
          <a:xfrm>
            <a:off x="225030" y="21103"/>
            <a:ext cx="2268997" cy="1702191"/>
          </a:xfrm>
          <a:prstGeom prst="ellipse">
            <a:avLst/>
          </a:prstGeom>
          <a:noFill/>
          <a:ln w="27300" cap="rnd" cmpd="sng">
            <a:solidFill>
              <a:srgbClr val="FFF5DB"/>
            </a:solidFill>
            <a:prstDash val="solid"/>
            <a:round/>
            <a:headEnd type="none" w="sm" len="sm"/>
            <a:tailEnd type="none" w="sm" len="sm"/>
          </a:ln>
          <a:effectLst>
            <a:outerShdw blurRad="25400" dist="25400" dir="5400000" algn="tl" rotWithShape="0">
              <a:srgbClr val="ADA48C">
                <a:alpha val="8392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Gill Sans" panose="020B0502020104020203"/>
              <a:ea typeface="Gill Sans" panose="020B0502020104020203"/>
              <a:cs typeface="Gill Sans" panose="020B0502020104020203"/>
              <a:sym typeface="Gill Sans" panose="020B0502020104020203"/>
            </a:endParaRPr>
          </a:p>
        </p:txBody>
      </p:sp>
      <p:sp>
        <p:nvSpPr>
          <p:cNvPr id="12" name="Google Shape;12;p20"/>
          <p:cNvSpPr/>
          <p:nvPr/>
        </p:nvSpPr>
        <p:spPr>
          <a:xfrm rot="2315675">
            <a:off x="243779" y="1055077"/>
            <a:ext cx="1500565" cy="1102624"/>
          </a:xfrm>
          <a:prstGeom prst="donut">
            <a:avLst>
              <a:gd name="adj" fmla="val 11833"/>
            </a:avLst>
          </a:prstGeom>
          <a:gradFill>
            <a:gsLst>
              <a:gs pos="0">
                <a:srgbClr val="FEFBF4">
                  <a:alpha val="69019"/>
                </a:srgbClr>
              </a:gs>
              <a:gs pos="70000">
                <a:srgbClr val="FFFDF8">
                  <a:alpha val="54117"/>
                </a:srgbClr>
              </a:gs>
              <a:gs pos="100000">
                <a:srgbClr val="EDCF8C">
                  <a:alpha val="60000"/>
                </a:srgbClr>
              </a:gs>
            </a:gsLst>
            <a:path path="circle">
              <a:fillToRect r="100000" b="100000"/>
            </a:path>
            <a:tileRect l="-100000" t="-100000"/>
          </a:gradFill>
          <a:ln w="9525" cap="rnd" cmpd="sng">
            <a:solidFill>
              <a:srgbClr val="C5B390"/>
            </a:solidFill>
            <a:prstDash val="solid"/>
            <a:round/>
            <a:headEnd type="none" w="sm" len="sm"/>
            <a:tailEnd type="none" w="sm" len="sm"/>
          </a:ln>
          <a:effectLst>
            <a:outerShdw blurRad="12700" dist="15000" dir="4500000" algn="tl" rotWithShape="0">
              <a:srgbClr val="564E40">
                <a:alpha val="34117"/>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Gill Sans" panose="020B0502020104020203"/>
              <a:ea typeface="Gill Sans" panose="020B0502020104020203"/>
              <a:cs typeface="Gill Sans" panose="020B0502020104020203"/>
              <a:sym typeface="Gill Sans" panose="020B0502020104020203"/>
            </a:endParaRPr>
          </a:p>
        </p:txBody>
      </p:sp>
      <p:sp>
        <p:nvSpPr>
          <p:cNvPr id="13" name="Google Shape;13;p20"/>
          <p:cNvSpPr/>
          <p:nvPr/>
        </p:nvSpPr>
        <p:spPr>
          <a:xfrm>
            <a:off x="1350146" y="-54"/>
            <a:ext cx="10838679" cy="685805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Gill Sans" panose="020B0502020104020203"/>
              <a:ea typeface="Gill Sans" panose="020B0502020104020203"/>
              <a:cs typeface="Gill Sans" panose="020B0502020104020203"/>
              <a:sym typeface="Gill Sans" panose="020B0502020104020203"/>
            </a:endParaRPr>
          </a:p>
        </p:txBody>
      </p:sp>
      <p:sp>
        <p:nvSpPr>
          <p:cNvPr id="14" name="Google Shape;14;p20"/>
          <p:cNvSpPr txBox="1">
            <a:spLocks noGrp="1"/>
          </p:cNvSpPr>
          <p:nvPr>
            <p:ph type="title"/>
          </p:nvPr>
        </p:nvSpPr>
        <p:spPr>
          <a:xfrm>
            <a:off x="1913645" y="274638"/>
            <a:ext cx="9994837" cy="1143000"/>
          </a:xfrm>
          <a:prstGeom prst="rect">
            <a:avLst/>
          </a:prstGeom>
          <a:no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rgbClr val="562214"/>
              </a:buClr>
              <a:buSzPts val="4300"/>
              <a:buFont typeface="Gill Sans" panose="020B0502020104020203"/>
              <a:buNone/>
              <a:defRPr sz="4300" b="0" i="0" u="none" strike="noStrike" cap="none">
                <a:solidFill>
                  <a:srgbClr val="562214"/>
                </a:solidFill>
                <a:latin typeface="Gill Sans" panose="020B0502020104020203"/>
                <a:ea typeface="Gill Sans" panose="020B0502020104020203"/>
                <a:cs typeface="Gill Sans" panose="020B0502020104020203"/>
                <a:sym typeface="Gill Sans" panose="020B0502020104020203"/>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
        <p:nvSpPr>
          <p:cNvPr id="15" name="Google Shape;15;p20"/>
          <p:cNvSpPr txBox="1">
            <a:spLocks noGrp="1"/>
          </p:cNvSpPr>
          <p:nvPr>
            <p:ph type="body" idx="1"/>
          </p:nvPr>
        </p:nvSpPr>
        <p:spPr>
          <a:xfrm>
            <a:off x="1913645" y="1447800"/>
            <a:ext cx="9994837" cy="4800600"/>
          </a:xfrm>
          <a:prstGeom prst="rect">
            <a:avLst/>
          </a:prstGeom>
          <a:noFill/>
          <a:ln>
            <a:noFill/>
          </a:ln>
        </p:spPr>
        <p:txBody>
          <a:bodyPr spcFirstLastPara="1" wrap="square" lIns="91425" tIns="45700" rIns="91425" bIns="45700" anchor="t" anchorCtr="0">
            <a:normAutofit/>
          </a:bodyPr>
          <a:lstStyle>
            <a:lvl1pPr marL="457200" marR="0" lvl="0" indent="-391160" algn="l" rtl="0">
              <a:lnSpc>
                <a:spcPct val="100000"/>
              </a:lnSpc>
              <a:spcBef>
                <a:spcPts val="600"/>
              </a:spcBef>
              <a:spcAft>
                <a:spcPts val="0"/>
              </a:spcAft>
              <a:buClr>
                <a:schemeClr val="accent1"/>
              </a:buClr>
              <a:buSzPts val="2560"/>
              <a:buFont typeface="Noto Sans Symbols"/>
              <a:buChar char="⚫"/>
              <a:defRPr sz="32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1pPr>
            <a:lvl2pPr marL="914400" marR="0" lvl="1" indent="-406400" algn="l" rtl="0">
              <a:lnSpc>
                <a:spcPct val="100000"/>
              </a:lnSpc>
              <a:spcBef>
                <a:spcPts val="550"/>
              </a:spcBef>
              <a:spcAft>
                <a:spcPts val="0"/>
              </a:spcAft>
              <a:buClr>
                <a:schemeClr val="accent1"/>
              </a:buClr>
              <a:buSzPts val="2800"/>
              <a:buFont typeface="Verdana" panose="020B0604030504040204"/>
              <a:buChar char="◦"/>
              <a:defRPr sz="2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2pPr>
            <a:lvl3pPr marL="1371600" marR="0" lvl="2" indent="-381000" algn="l" rtl="0">
              <a:lnSpc>
                <a:spcPct val="100000"/>
              </a:lnSpc>
              <a:spcBef>
                <a:spcPts val="480"/>
              </a:spcBef>
              <a:spcAft>
                <a:spcPts val="0"/>
              </a:spcAft>
              <a:buClr>
                <a:schemeClr val="accent2"/>
              </a:buClr>
              <a:buSzPts val="2400"/>
              <a:buFont typeface="Noto Sans Symbols"/>
              <a:buChar char="●"/>
              <a:defRPr sz="24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3pPr>
            <a:lvl4pPr marL="1828800" marR="0" lvl="3" indent="-355600" algn="l" rtl="0">
              <a:lnSpc>
                <a:spcPct val="100000"/>
              </a:lnSpc>
              <a:spcBef>
                <a:spcPts val="400"/>
              </a:spcBef>
              <a:spcAft>
                <a:spcPts val="0"/>
              </a:spcAft>
              <a:buClr>
                <a:schemeClr val="accent3"/>
              </a:buClr>
              <a:buSzPts val="2000"/>
              <a:buFont typeface="Noto Sans Symbols"/>
              <a:buChar char="●"/>
              <a:defRPr sz="20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4pPr>
            <a:lvl5pPr marL="2286000" marR="0" lvl="4" indent="-355600" algn="l" rtl="0">
              <a:lnSpc>
                <a:spcPct val="100000"/>
              </a:lnSpc>
              <a:spcBef>
                <a:spcPts val="400"/>
              </a:spcBef>
              <a:spcAft>
                <a:spcPts val="0"/>
              </a:spcAft>
              <a:buClr>
                <a:schemeClr val="accent4"/>
              </a:buClr>
              <a:buSzPts val="2000"/>
              <a:buFont typeface="Noto Sans Symbols"/>
              <a:buChar char="●"/>
              <a:defRPr sz="20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5pPr>
            <a:lvl6pPr marL="2743200" marR="0" lvl="5" indent="-355600" algn="l" rtl="0">
              <a:lnSpc>
                <a:spcPct val="100000"/>
              </a:lnSpc>
              <a:spcBef>
                <a:spcPts val="400"/>
              </a:spcBef>
              <a:spcAft>
                <a:spcPts val="0"/>
              </a:spcAft>
              <a:buClr>
                <a:schemeClr val="accent5"/>
              </a:buClr>
              <a:buSzPts val="2000"/>
              <a:buFont typeface="Noto Sans Symbols"/>
              <a:buChar char="●"/>
              <a:defRPr sz="20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6pPr>
            <a:lvl7pPr marL="3200400" marR="0" lvl="6"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7pPr>
            <a:lvl8pPr marL="3657600" marR="0" lvl="7"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8pPr>
            <a:lvl9pPr marL="4114800" marR="0" lvl="8"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9pPr>
          </a:lstStyle>
          <a:p>
            <a:endParaRPr/>
          </a:p>
        </p:txBody>
      </p:sp>
      <p:sp>
        <p:nvSpPr>
          <p:cNvPr id="16" name="Google Shape;16;p20"/>
          <p:cNvSpPr txBox="1">
            <a:spLocks noGrp="1"/>
          </p:cNvSpPr>
          <p:nvPr>
            <p:ph type="dt" idx="10"/>
          </p:nvPr>
        </p:nvSpPr>
        <p:spPr>
          <a:xfrm>
            <a:off x="4773957" y="6305550"/>
            <a:ext cx="2844059" cy="476250"/>
          </a:xfrm>
          <a:prstGeom prst="rect">
            <a:avLst/>
          </a:prstGeom>
          <a:noFill/>
          <a:ln>
            <a:noFill/>
          </a:ln>
        </p:spPr>
        <p:txBody>
          <a:bodyPr spcFirstLastPara="1" wrap="square" lIns="91425" tIns="45700" rIns="91425" bIns="45700" anchor="b"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9pPr>
          </a:lstStyle>
          <a:p>
            <a:endParaRPr/>
          </a:p>
        </p:txBody>
      </p:sp>
      <p:sp>
        <p:nvSpPr>
          <p:cNvPr id="17" name="Google Shape;17;p20"/>
          <p:cNvSpPr txBox="1">
            <a:spLocks noGrp="1"/>
          </p:cNvSpPr>
          <p:nvPr>
            <p:ph type="ftr" idx="11"/>
          </p:nvPr>
        </p:nvSpPr>
        <p:spPr>
          <a:xfrm>
            <a:off x="7618015" y="6305550"/>
            <a:ext cx="3859795" cy="47625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9pPr>
          </a:lstStyle>
          <a:p>
            <a:endParaRPr/>
          </a:p>
        </p:txBody>
      </p:sp>
      <p:sp>
        <p:nvSpPr>
          <p:cNvPr id="18" name="Google Shape;18;p20"/>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lvl1pPr marL="0" marR="0" lvl="0" indent="0" algn="ctr" rtl="0">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1pPr>
            <a:lvl2pPr marL="0" marR="0" lvl="1" indent="0" algn="ctr" rtl="0">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2pPr>
            <a:lvl3pPr marL="0" marR="0" lvl="2" indent="0" algn="ctr" rtl="0">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3pPr>
            <a:lvl4pPr marL="0" marR="0" lvl="3" indent="0" algn="ctr" rtl="0">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4pPr>
            <a:lvl5pPr marL="0" marR="0" lvl="4" indent="0" algn="ctr" rtl="0">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5pPr>
            <a:lvl6pPr marL="0" marR="0" lvl="5" indent="0" algn="ctr" rtl="0">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6pPr>
            <a:lvl7pPr marL="0" marR="0" lvl="6" indent="0" algn="ctr" rtl="0">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7pPr>
            <a:lvl8pPr marL="0" marR="0" lvl="7" indent="0" algn="ctr" rtl="0">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8pPr>
            <a:lvl9pPr marL="0" marR="0" lvl="8" indent="0" algn="ctr" rtl="0">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9pPr>
          </a:lstStyle>
          <a:p>
            <a:pPr marL="0" lvl="0" indent="0" algn="ctr" rtl="0">
              <a:spcBef>
                <a:spcPts val="0"/>
              </a:spcBef>
              <a:spcAft>
                <a:spcPts val="0"/>
              </a:spcAft>
              <a:buNone/>
            </a:pPr>
            <a:fld id="{00000000-1234-1234-1234-123412341234}" type="slidenum">
              <a:rPr lang="en-US"/>
              <a:t>‹#›</a:t>
            </a:fld>
            <a:endParaRPr lang="en-US"/>
          </a:p>
        </p:txBody>
      </p:sp>
      <p:sp>
        <p:nvSpPr>
          <p:cNvPr id="19" name="Google Shape;19;p20"/>
          <p:cNvSpPr/>
          <p:nvPr/>
        </p:nvSpPr>
        <p:spPr>
          <a:xfrm>
            <a:off x="1352959" y="-54"/>
            <a:ext cx="97511" cy="6858054"/>
          </a:xfrm>
          <a:prstGeom prst="rect">
            <a:avLst/>
          </a:prstGeom>
          <a:solidFill>
            <a:schemeClr val="lt1"/>
          </a:solidFill>
          <a:ln>
            <a:noFill/>
          </a:ln>
          <a:effectLst>
            <a:outerShdw blurRad="38550" dist="38000" dir="10800000" algn="tl" rotWithShape="0">
              <a:srgbClr val="6F6A5F">
                <a:alpha val="2392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Gill Sans" panose="020B0502020104020203"/>
              <a:ea typeface="Gill Sans" panose="020B0502020104020203"/>
              <a:cs typeface="Gill Sans" panose="020B0502020104020203"/>
              <a:sym typeface="Gill Sans" panose="020B0502020104020203"/>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graphicFrame>
        <p:nvGraphicFramePr>
          <p:cNvPr id="105" name="Google Shape;105;p1"/>
          <p:cNvGraphicFramePr/>
          <p:nvPr/>
        </p:nvGraphicFramePr>
        <p:xfrm>
          <a:off x="1485900" y="188640"/>
          <a:ext cx="10225125" cy="1859090"/>
        </p:xfrm>
        <a:graphic>
          <a:graphicData uri="http://schemas.openxmlformats.org/drawingml/2006/table">
            <a:tbl>
              <a:tblPr>
                <a:noFill/>
                <a:tableStyleId>{1AD9F9A4-6209-4B79-A726-875C9723F9B2}</a:tableStyleId>
              </a:tblPr>
              <a:tblGrid>
                <a:gridCol w="1656175">
                  <a:extLst>
                    <a:ext uri="{9D8B030D-6E8A-4147-A177-3AD203B41FA5}">
                      <a16:colId xmlns:a16="http://schemas.microsoft.com/office/drawing/2014/main" val="20000"/>
                    </a:ext>
                  </a:extLst>
                </a:gridCol>
                <a:gridCol w="6984775">
                  <a:extLst>
                    <a:ext uri="{9D8B030D-6E8A-4147-A177-3AD203B41FA5}">
                      <a16:colId xmlns:a16="http://schemas.microsoft.com/office/drawing/2014/main" val="20001"/>
                    </a:ext>
                  </a:extLst>
                </a:gridCol>
                <a:gridCol w="1584175">
                  <a:extLst>
                    <a:ext uri="{9D8B030D-6E8A-4147-A177-3AD203B41FA5}">
                      <a16:colId xmlns:a16="http://schemas.microsoft.com/office/drawing/2014/main" val="20002"/>
                    </a:ext>
                  </a:extLst>
                </a:gridCol>
              </a:tblGrid>
              <a:tr h="1800200">
                <a:tc>
                  <a:txBody>
                    <a:bodyPr/>
                    <a:lstStyle/>
                    <a:p>
                      <a:pPr marL="0" marR="0" lvl="0" indent="0" algn="ctr" rtl="0">
                        <a:lnSpc>
                          <a:spcPct val="115000"/>
                        </a:lnSpc>
                        <a:spcBef>
                          <a:spcPts val="0"/>
                        </a:spcBef>
                        <a:spcAft>
                          <a:spcPts val="0"/>
                        </a:spcAft>
                        <a:buClr>
                          <a:srgbClr val="000000"/>
                        </a:buClr>
                        <a:buSzPts val="100"/>
                        <a:buFont typeface="Arial" panose="020B0604020202020204"/>
                        <a:buNone/>
                      </a:pPr>
                      <a:endParaRPr sz="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2000"/>
                        <a:buFont typeface="Arial" panose="020B0604020202020204"/>
                        <a:buNone/>
                      </a:pPr>
                      <a:r>
                        <a:rPr lang="en-US" sz="2000" b="1" u="none" strike="noStrike" cap="none" dirty="0">
                          <a:latin typeface="Times New Roman" panose="02020603050405020304"/>
                          <a:ea typeface="Times New Roman" panose="02020603050405020304"/>
                          <a:cs typeface="Times New Roman" panose="02020603050405020304"/>
                          <a:sym typeface="Times New Roman" panose="02020603050405020304"/>
                        </a:rPr>
                        <a:t>ZEAL EDUCATION SOCIETY’S</a:t>
                      </a:r>
                      <a:endParaRPr sz="2000" u="none" strike="noStrike" cap="none" dirty="0">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15000"/>
                        </a:lnSpc>
                        <a:spcBef>
                          <a:spcPts val="0"/>
                        </a:spcBef>
                        <a:spcAft>
                          <a:spcPts val="0"/>
                        </a:spcAft>
                        <a:buClr>
                          <a:srgbClr val="000000"/>
                        </a:buClr>
                        <a:buSzPts val="2000"/>
                        <a:buFont typeface="Arial" panose="020B0604020202020204"/>
                        <a:buNone/>
                      </a:pPr>
                      <a:r>
                        <a:rPr lang="en-US" sz="2000" b="1" u="none" strike="noStrike" cap="none" dirty="0">
                          <a:latin typeface="Times New Roman" panose="02020603050405020304"/>
                          <a:ea typeface="Times New Roman" panose="02020603050405020304"/>
                          <a:cs typeface="Times New Roman" panose="02020603050405020304"/>
                          <a:sym typeface="Times New Roman" panose="02020603050405020304"/>
                        </a:rPr>
                        <a:t>ZEAL COLLEGE OF ENGINEERING AND RESEARCH</a:t>
                      </a:r>
                      <a:endParaRPr sz="2000" u="none" strike="noStrike" cap="none" dirty="0">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15000"/>
                        </a:lnSpc>
                        <a:spcBef>
                          <a:spcPts val="0"/>
                        </a:spcBef>
                        <a:spcAft>
                          <a:spcPts val="0"/>
                        </a:spcAft>
                        <a:buClr>
                          <a:srgbClr val="000000"/>
                        </a:buClr>
                        <a:buSzPts val="2000"/>
                        <a:buFont typeface="Arial" panose="020B0604020202020204"/>
                        <a:buNone/>
                      </a:pPr>
                      <a:r>
                        <a:rPr lang="en-US" sz="2000" b="1" u="none" strike="noStrike" cap="none" dirty="0">
                          <a:latin typeface="Times New Roman" panose="02020603050405020304"/>
                          <a:ea typeface="Times New Roman" panose="02020603050405020304"/>
                          <a:cs typeface="Times New Roman" panose="02020603050405020304"/>
                          <a:sym typeface="Times New Roman" panose="02020603050405020304"/>
                        </a:rPr>
                        <a:t>NARHE │PUNE -41 │ INDIA</a:t>
                      </a:r>
                      <a:endParaRPr sz="2000" b="1" u="none" strike="noStrike" cap="none" dirty="0">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15000"/>
                        </a:lnSpc>
                        <a:spcBef>
                          <a:spcPts val="0"/>
                        </a:spcBef>
                        <a:spcAft>
                          <a:spcPts val="0"/>
                        </a:spcAft>
                        <a:buClr>
                          <a:srgbClr val="000000"/>
                        </a:buClr>
                        <a:buSzPts val="2400"/>
                        <a:buFont typeface="Arial" panose="020B0604020202020204"/>
                        <a:buNone/>
                      </a:pPr>
                      <a:r>
                        <a:rPr lang="en-US" sz="2400" b="1" u="none" strike="noStrike" cap="none" dirty="0">
                          <a:latin typeface="Times New Roman" panose="02020603050405020304"/>
                          <a:ea typeface="Times New Roman" panose="02020603050405020304"/>
                          <a:cs typeface="Times New Roman" panose="02020603050405020304"/>
                          <a:sym typeface="Times New Roman" panose="02020603050405020304"/>
                        </a:rPr>
                        <a:t> DEPARTMENT OF COMPUTER ENGINEERING</a:t>
                      </a:r>
                      <a:endParaRPr sz="2400" b="1"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200"/>
                        <a:buFont typeface="Arial" panose="020B0604020202020204"/>
                        <a:buNone/>
                      </a:pPr>
                      <a:endParaRPr sz="1200"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06" name="Google Shape;106;p1" descr="Image result for ZCOER"/>
          <p:cNvPicPr preferRelativeResize="0"/>
          <p:nvPr/>
        </p:nvPicPr>
        <p:blipFill rotWithShape="1">
          <a:blip r:embed="rId3"/>
          <a:srcRect/>
          <a:stretch>
            <a:fillRect/>
          </a:stretch>
        </p:blipFill>
        <p:spPr>
          <a:xfrm>
            <a:off x="1629918" y="476672"/>
            <a:ext cx="1512167" cy="1512168"/>
          </a:xfrm>
          <a:prstGeom prst="rect">
            <a:avLst/>
          </a:prstGeom>
          <a:noFill/>
          <a:ln>
            <a:noFill/>
          </a:ln>
        </p:spPr>
      </p:pic>
      <p:pic>
        <p:nvPicPr>
          <p:cNvPr id="107" name="Google Shape;107;p1" descr="Zeal 25 Years Logo"/>
          <p:cNvPicPr preferRelativeResize="0"/>
          <p:nvPr/>
        </p:nvPicPr>
        <p:blipFill rotWithShape="1">
          <a:blip r:embed="rId4"/>
          <a:srcRect/>
          <a:stretch>
            <a:fillRect/>
          </a:stretch>
        </p:blipFill>
        <p:spPr>
          <a:xfrm>
            <a:off x="10270877" y="548680"/>
            <a:ext cx="1152128" cy="1368152"/>
          </a:xfrm>
          <a:prstGeom prst="rect">
            <a:avLst/>
          </a:prstGeom>
          <a:noFill/>
          <a:ln>
            <a:noFill/>
          </a:ln>
        </p:spPr>
      </p:pic>
      <p:sp>
        <p:nvSpPr>
          <p:cNvPr id="108" name="Google Shape;108;p1"/>
          <p:cNvSpPr txBox="1"/>
          <p:nvPr/>
        </p:nvSpPr>
        <p:spPr>
          <a:xfrm>
            <a:off x="1557908" y="1988840"/>
            <a:ext cx="1015312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0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Academic Year: 2025-26        		                                   Semester: I</a:t>
            </a:r>
            <a:endParaRPr sz="20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9" name="Google Shape;109;p1"/>
          <p:cNvSpPr txBox="1"/>
          <p:nvPr/>
        </p:nvSpPr>
        <p:spPr>
          <a:xfrm>
            <a:off x="1485900" y="2360801"/>
            <a:ext cx="10153128" cy="412416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Presentation on</a:t>
            </a:r>
            <a:endParaRPr sz="1400" b="0" i="0" u="none" strike="noStrike" cap="none" dirty="0">
              <a:solidFill>
                <a:srgbClr val="000000"/>
              </a:solidFill>
              <a:sym typeface="Arial" panose="020B0604020202020204"/>
            </a:endParaRPr>
          </a:p>
          <a:p>
            <a:pPr lvl="0" algn="ctr">
              <a:buSzPts val="2000"/>
            </a:pPr>
            <a:r>
              <a:rPr lang="en-US" sz="2400" b="1" dirty="0">
                <a:solidFill>
                  <a:schemeClr val="tx1"/>
                </a:solidFill>
                <a:latin typeface="Times New Roman" panose="02020603050405020304"/>
                <a:cs typeface="Times New Roman" panose="02020603050405020304"/>
                <a:sym typeface="Times New Roman" panose="02020603050405020304"/>
              </a:rPr>
              <a:t>“</a:t>
            </a:r>
            <a:r>
              <a:rPr lang="en-US" sz="240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POCKET JOURNAL- An AI Powered Diary Analyzer and Media Recommender</a:t>
            </a:r>
            <a:r>
              <a:rPr lang="en-US" sz="2400" b="1" dirty="0">
                <a:solidFill>
                  <a:schemeClr val="tx1"/>
                </a:solidFill>
                <a:latin typeface="Times New Roman" panose="02020603050405020304"/>
                <a:cs typeface="Times New Roman" panose="02020603050405020304"/>
                <a:sym typeface="Times New Roman" panose="02020603050405020304"/>
              </a:rPr>
              <a:t>”</a:t>
            </a:r>
            <a:endParaRPr sz="1400" b="0" i="0" u="none" strike="noStrike" cap="none" dirty="0">
              <a:solidFill>
                <a:schemeClr val="tx1"/>
              </a:solidFill>
              <a:sym typeface="Arial" panose="020B0604020202020204"/>
            </a:endParaRPr>
          </a:p>
          <a:p>
            <a:pPr marL="0" marR="0" lvl="0" indent="0" algn="ctr" rtl="0">
              <a:lnSpc>
                <a:spcPct val="100000"/>
              </a:lnSpc>
              <a:spcBef>
                <a:spcPts val="0"/>
              </a:spcBef>
              <a:spcAft>
                <a:spcPts val="0"/>
              </a:spcAft>
              <a:buClr>
                <a:srgbClr val="000000"/>
              </a:buClr>
              <a:buSzPts val="2000"/>
              <a:buFont typeface="Arial" panose="020B0604020202020204"/>
              <a:buNone/>
            </a:pPr>
            <a:r>
              <a:rPr lang="en-US" sz="20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Presented By: </a:t>
            </a:r>
          </a:p>
          <a:p>
            <a:pPr marL="0" marR="0" lvl="0" indent="0" algn="ctr" rtl="0">
              <a:lnSpc>
                <a:spcPct val="100000"/>
              </a:lnSpc>
              <a:spcBef>
                <a:spcPts val="0"/>
              </a:spcBef>
              <a:spcAft>
                <a:spcPts val="0"/>
              </a:spcAft>
              <a:buClr>
                <a:srgbClr val="000000"/>
              </a:buClr>
              <a:buSzPts val="2000"/>
              <a:buFont typeface="Arial" panose="020B0604020202020204"/>
              <a:buNone/>
            </a:pPr>
            <a:endParaRPr sz="1400" b="0" i="0" u="none" strike="noStrike" cap="none" dirty="0">
              <a:solidFill>
                <a:srgbClr val="000000"/>
              </a:solidFill>
              <a:sym typeface="Arial" panose="020B0604020202020204"/>
            </a:endParaRPr>
          </a:p>
          <a:p>
            <a:pPr marL="0" marR="0" lvl="0" indent="0" algn="ctr" rtl="0">
              <a:lnSpc>
                <a:spcPct val="100000"/>
              </a:lnSpc>
              <a:spcBef>
                <a:spcPts val="0"/>
              </a:spcBef>
              <a:spcAft>
                <a:spcPts val="0"/>
              </a:spcAft>
              <a:buClr>
                <a:srgbClr val="000000"/>
              </a:buClr>
              <a:buSzPts val="2000"/>
              <a:buFont typeface="Arial" panose="020B0604020202020204"/>
              <a:buNone/>
            </a:pPr>
            <a:endParaRPr sz="20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2000"/>
              <a:buFont typeface="Arial" panose="020B0604020202020204"/>
              <a:buNone/>
            </a:pPr>
            <a:endParaRPr sz="20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2000"/>
              <a:buFont typeface="Arial" panose="020B0604020202020204"/>
              <a:buNone/>
            </a:pPr>
            <a:endParaRPr sz="20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2000"/>
              <a:buFont typeface="Arial" panose="020B0604020202020204"/>
              <a:buNone/>
            </a:pPr>
            <a:endParaRPr sz="20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2000"/>
              <a:buFont typeface="Arial" panose="020B0604020202020204"/>
              <a:buNone/>
            </a:pPr>
            <a:endParaRPr sz="20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2000"/>
              <a:buFont typeface="Arial" panose="020B0604020202020204"/>
              <a:buNone/>
            </a:pPr>
            <a:endParaRPr sz="20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2000"/>
              <a:buFont typeface="Arial" panose="020B0604020202020204"/>
              <a:buNone/>
            </a:pPr>
            <a:r>
              <a:rPr lang="en-US" sz="20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Guided By:</a:t>
            </a:r>
            <a:endParaRPr sz="1400" b="0" i="0" u="none" strike="noStrike" cap="none" dirty="0">
              <a:solidFill>
                <a:srgbClr val="000000"/>
              </a:solidFill>
              <a:sym typeface="Arial" panose="020B0604020202020204"/>
            </a:endParaRPr>
          </a:p>
          <a:p>
            <a:pPr marL="0" marR="0" lvl="0" indent="0" algn="ctr" rtl="0">
              <a:lnSpc>
                <a:spcPct val="100000"/>
              </a:lnSpc>
              <a:spcBef>
                <a:spcPts val="0"/>
              </a:spcBef>
              <a:spcAft>
                <a:spcPts val="0"/>
              </a:spcAft>
              <a:buClr>
                <a:srgbClr val="000000"/>
              </a:buClr>
              <a:buSzPts val="2000"/>
              <a:buFont typeface="Arial" panose="020B0604020202020204"/>
              <a:buNone/>
            </a:pPr>
            <a:r>
              <a:rPr lang="en-US" sz="2000"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rPr>
              <a:t>Prof. Aparna V. Mote</a:t>
            </a:r>
            <a:endParaRPr sz="2000"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0" name="Google Shape;110;p1"/>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1</a:t>
            </a:fld>
            <a:endParaRPr lang="en-US"/>
          </a:p>
        </p:txBody>
      </p:sp>
      <p:graphicFrame>
        <p:nvGraphicFramePr>
          <p:cNvPr id="111" name="Google Shape;111;p1"/>
          <p:cNvGraphicFramePr/>
          <p:nvPr>
            <p:extLst>
              <p:ext uri="{D42A27DB-BD31-4B8C-83A1-F6EECF244321}">
                <p14:modId xmlns:p14="http://schemas.microsoft.com/office/powerpoint/2010/main" val="1774123522"/>
              </p:ext>
            </p:extLst>
          </p:nvPr>
        </p:nvGraphicFramePr>
        <p:xfrm>
          <a:off x="3430122" y="3847930"/>
          <a:ext cx="6408700" cy="1944250"/>
        </p:xfrm>
        <a:graphic>
          <a:graphicData uri="http://schemas.openxmlformats.org/drawingml/2006/table">
            <a:tbl>
              <a:tblPr firstRow="1" bandRow="1">
                <a:noFill/>
                <a:tableStyleId>{E03D46B1-7A9E-409F-B616-10CFBBF69FDA}</a:tableStyleId>
              </a:tblPr>
              <a:tblGrid>
                <a:gridCol w="624700">
                  <a:extLst>
                    <a:ext uri="{9D8B030D-6E8A-4147-A177-3AD203B41FA5}">
                      <a16:colId xmlns:a16="http://schemas.microsoft.com/office/drawing/2014/main" val="20000"/>
                    </a:ext>
                  </a:extLst>
                </a:gridCol>
                <a:gridCol w="3695775">
                  <a:extLst>
                    <a:ext uri="{9D8B030D-6E8A-4147-A177-3AD203B41FA5}">
                      <a16:colId xmlns:a16="http://schemas.microsoft.com/office/drawing/2014/main" val="20001"/>
                    </a:ext>
                  </a:extLst>
                </a:gridCol>
                <a:gridCol w="2088225">
                  <a:extLst>
                    <a:ext uri="{9D8B030D-6E8A-4147-A177-3AD203B41FA5}">
                      <a16:colId xmlns:a16="http://schemas.microsoft.com/office/drawing/2014/main" val="20002"/>
                    </a:ext>
                  </a:extLst>
                </a:gridCol>
              </a:tblGrid>
              <a:tr h="388850">
                <a:tc>
                  <a:txBody>
                    <a:bodyPr/>
                    <a:lstStyle/>
                    <a:p>
                      <a:pPr marL="0" marR="0" lvl="0" indent="0" algn="ctr" rtl="0">
                        <a:lnSpc>
                          <a:spcPct val="100000"/>
                        </a:lnSpc>
                        <a:spcBef>
                          <a:spcPts val="0"/>
                        </a:spcBef>
                        <a:spcAft>
                          <a:spcPts val="0"/>
                        </a:spcAft>
                        <a:buClr>
                          <a:srgbClr val="000000"/>
                        </a:buClr>
                        <a:buSzPts val="1600"/>
                        <a:buFont typeface="Arial" panose="020B0604020202020204"/>
                        <a:buNone/>
                      </a:pPr>
                      <a:r>
                        <a:rPr lang="en-US" sz="160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S.N.</a:t>
                      </a:r>
                      <a:endParaRPr sz="160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0CD"/>
                    </a:solidFill>
                  </a:tcPr>
                </a:tc>
                <a:tc>
                  <a:txBody>
                    <a:bodyPr/>
                    <a:lstStyle/>
                    <a:p>
                      <a:pPr marL="0" marR="0" lvl="0" indent="0" algn="ctr" rtl="0">
                        <a:lnSpc>
                          <a:spcPct val="100000"/>
                        </a:lnSpc>
                        <a:spcBef>
                          <a:spcPts val="0"/>
                        </a:spcBef>
                        <a:spcAft>
                          <a:spcPts val="0"/>
                        </a:spcAft>
                        <a:buClr>
                          <a:srgbClr val="000000"/>
                        </a:buClr>
                        <a:buSzPts val="1600"/>
                        <a:buFont typeface="Arial" panose="020B0604020202020204"/>
                        <a:buNone/>
                      </a:pPr>
                      <a:r>
                        <a:rPr lang="en-US" sz="160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Name of the student</a:t>
                      </a:r>
                      <a:endParaRPr sz="160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0CD"/>
                    </a:solidFill>
                  </a:tcPr>
                </a:tc>
                <a:tc>
                  <a:txBody>
                    <a:bodyPr/>
                    <a:lstStyle/>
                    <a:p>
                      <a:pPr marL="0" marR="0" lvl="0" indent="0" algn="ctr" rtl="0">
                        <a:lnSpc>
                          <a:spcPct val="100000"/>
                        </a:lnSpc>
                        <a:spcBef>
                          <a:spcPts val="0"/>
                        </a:spcBef>
                        <a:spcAft>
                          <a:spcPts val="0"/>
                        </a:spcAft>
                        <a:buClr>
                          <a:srgbClr val="000000"/>
                        </a:buClr>
                        <a:buSzPts val="1600"/>
                        <a:buFont typeface="Arial" panose="020B0604020202020204"/>
                        <a:buNone/>
                      </a:pPr>
                      <a:r>
                        <a:rPr lang="en-US" sz="160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Roll No</a:t>
                      </a:r>
                      <a:endParaRPr sz="160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0CD"/>
                    </a:solidFill>
                  </a:tcPr>
                </a:tc>
                <a:extLst>
                  <a:ext uri="{0D108BD9-81ED-4DB2-BD59-A6C34878D82A}">
                    <a16:rowId xmlns:a16="http://schemas.microsoft.com/office/drawing/2014/main" val="10000"/>
                  </a:ext>
                </a:extLst>
              </a:tr>
              <a:tr h="388850">
                <a:tc>
                  <a:txBody>
                    <a:bodyPr/>
                    <a:lstStyle/>
                    <a:p>
                      <a:pPr marL="0" marR="0" lvl="0" indent="0" algn="ctr" rtl="0">
                        <a:lnSpc>
                          <a:spcPct val="100000"/>
                        </a:lnSpc>
                        <a:spcBef>
                          <a:spcPts val="0"/>
                        </a:spcBef>
                        <a:spcAft>
                          <a:spcPts val="0"/>
                        </a:spcAft>
                        <a:buClr>
                          <a:srgbClr val="000000"/>
                        </a:buClr>
                        <a:buSzPts val="1600"/>
                        <a:buFont typeface="Arial" panose="020B0604020202020204"/>
                        <a:buNone/>
                      </a:pPr>
                      <a:r>
                        <a:rPr lang="en-US" sz="1600" u="none" strike="noStrike" cap="none">
                          <a:latin typeface="Times New Roman" panose="02020603050405020304"/>
                          <a:ea typeface="Times New Roman" panose="02020603050405020304"/>
                          <a:cs typeface="Times New Roman" panose="02020603050405020304"/>
                          <a:sym typeface="Times New Roman" panose="02020603050405020304"/>
                        </a:rPr>
                        <a:t>1.</a:t>
                      </a:r>
                      <a:endParaRPr sz="16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IN" sz="1600" u="none" strike="noStrike" cap="none" dirty="0">
                          <a:latin typeface="Times New Roman" panose="02020603050405020304"/>
                          <a:ea typeface="Times New Roman" panose="02020603050405020304"/>
                          <a:cs typeface="Times New Roman" panose="02020603050405020304"/>
                          <a:sym typeface="Times New Roman" panose="02020603050405020304"/>
                        </a:rPr>
                        <a:t>Jenil Girish Rathod</a:t>
                      </a:r>
                      <a:endParaRPr sz="1600"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IN" sz="1600" u="none" strike="noStrike" cap="none"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B22009</a:t>
                      </a:r>
                      <a:endParaRPr sz="1600" u="none" strike="noStrike" cap="none"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88850">
                <a:tc>
                  <a:txBody>
                    <a:bodyPr/>
                    <a:lstStyle/>
                    <a:p>
                      <a:pPr marL="0" marR="0" lvl="0" indent="0" algn="ctr" rtl="0">
                        <a:lnSpc>
                          <a:spcPct val="100000"/>
                        </a:lnSpc>
                        <a:spcBef>
                          <a:spcPts val="0"/>
                        </a:spcBef>
                        <a:spcAft>
                          <a:spcPts val="0"/>
                        </a:spcAft>
                        <a:buClr>
                          <a:schemeClr val="dk1"/>
                        </a:buClr>
                        <a:buSzPts val="1600"/>
                        <a:buFont typeface="Times New Roman" panose="02020603050405020304"/>
                        <a:buNone/>
                      </a:pPr>
                      <a:r>
                        <a:rPr lang="en-US" sz="1600" u="none" strike="noStrike" cap="none">
                          <a:latin typeface="Times New Roman" panose="02020603050405020304"/>
                          <a:ea typeface="Times New Roman" panose="02020603050405020304"/>
                          <a:cs typeface="Times New Roman" panose="02020603050405020304"/>
                          <a:sym typeface="Times New Roman" panose="02020603050405020304"/>
                        </a:rPr>
                        <a:t>2.</a:t>
                      </a:r>
                      <a:endParaRPr sz="16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600"/>
                        <a:buFont typeface="Times New Roman" panose="02020603050405020304"/>
                        <a:buNone/>
                      </a:pPr>
                      <a:r>
                        <a:rPr lang="en-IN" sz="1600" u="none" strike="noStrike" cap="none" dirty="0">
                          <a:latin typeface="Times New Roman" panose="02020603050405020304"/>
                          <a:ea typeface="Times New Roman" panose="02020603050405020304"/>
                          <a:cs typeface="Times New Roman" panose="02020603050405020304"/>
                          <a:sym typeface="Times New Roman" panose="02020603050405020304"/>
                        </a:rPr>
                        <a:t>Manas Ballal Joshi</a:t>
                      </a:r>
                      <a:endParaRPr sz="1600"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IN" sz="1600" u="none" strike="noStrike" cap="none" dirty="0">
                          <a:latin typeface="Times New Roman" panose="02020603050405020304" pitchFamily="18" charset="0"/>
                          <a:cs typeface="Times New Roman" panose="02020603050405020304" pitchFamily="18" charset="0"/>
                        </a:rPr>
                        <a:t>B22011</a:t>
                      </a:r>
                      <a:endParaRPr sz="1600" u="none" strike="noStrike" cap="none" dirty="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88850">
                <a:tc>
                  <a:txBody>
                    <a:bodyPr/>
                    <a:lstStyle/>
                    <a:p>
                      <a:pPr marL="0" marR="0" lvl="0" indent="0" algn="ctr" rtl="0">
                        <a:lnSpc>
                          <a:spcPct val="100000"/>
                        </a:lnSpc>
                        <a:spcBef>
                          <a:spcPts val="0"/>
                        </a:spcBef>
                        <a:spcAft>
                          <a:spcPts val="0"/>
                        </a:spcAft>
                        <a:buClr>
                          <a:schemeClr val="dk1"/>
                        </a:buClr>
                        <a:buSzPts val="1600"/>
                        <a:buFont typeface="Times New Roman" panose="02020603050405020304"/>
                        <a:buNone/>
                      </a:pPr>
                      <a:r>
                        <a:rPr lang="en-US" sz="1600" u="none" strike="noStrike" cap="none">
                          <a:latin typeface="Times New Roman" panose="02020603050405020304"/>
                          <a:ea typeface="Times New Roman" panose="02020603050405020304"/>
                          <a:cs typeface="Times New Roman" panose="02020603050405020304"/>
                          <a:sym typeface="Times New Roman" panose="02020603050405020304"/>
                        </a:rPr>
                        <a:t>3.</a:t>
                      </a:r>
                      <a:endParaRPr sz="16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600"/>
                        <a:buFont typeface="Times New Roman" panose="02020603050405020304"/>
                        <a:buNone/>
                      </a:pPr>
                      <a:r>
                        <a:rPr lang="en-IN" sz="1600" u="none" strike="noStrike" cap="none" dirty="0">
                          <a:latin typeface="Times New Roman" panose="02020603050405020304"/>
                          <a:ea typeface="Times New Roman" panose="02020603050405020304"/>
                          <a:cs typeface="Times New Roman" panose="02020603050405020304"/>
                          <a:sym typeface="Times New Roman" panose="02020603050405020304"/>
                        </a:rPr>
                        <a:t>Saloni Mahesh Naik</a:t>
                      </a:r>
                      <a:endParaRPr sz="1600"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IN" sz="1600" u="none" strike="noStrike" cap="none" dirty="0">
                          <a:latin typeface="Times New Roman" panose="02020603050405020304" pitchFamily="18" charset="0"/>
                          <a:cs typeface="Times New Roman" panose="02020603050405020304" pitchFamily="18" charset="0"/>
                        </a:rPr>
                        <a:t>B22051</a:t>
                      </a:r>
                      <a:endParaRPr sz="1600" u="none" strike="noStrike" cap="none" dirty="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88850">
                <a:tc>
                  <a:txBody>
                    <a:bodyPr/>
                    <a:lstStyle/>
                    <a:p>
                      <a:pPr marL="0" marR="0" lvl="0" indent="0" algn="ctr" rtl="0">
                        <a:lnSpc>
                          <a:spcPct val="100000"/>
                        </a:lnSpc>
                        <a:spcBef>
                          <a:spcPts val="0"/>
                        </a:spcBef>
                        <a:spcAft>
                          <a:spcPts val="0"/>
                        </a:spcAft>
                        <a:buClr>
                          <a:schemeClr val="dk1"/>
                        </a:buClr>
                        <a:buSzPts val="1600"/>
                        <a:buFont typeface="Times New Roman" panose="02020603050405020304"/>
                        <a:buNone/>
                      </a:pPr>
                      <a:r>
                        <a:rPr lang="en-US" sz="1600" u="none" strike="noStrike" cap="none">
                          <a:latin typeface="Times New Roman" panose="02020603050405020304"/>
                          <a:ea typeface="Times New Roman" panose="02020603050405020304"/>
                          <a:cs typeface="Times New Roman" panose="02020603050405020304"/>
                          <a:sym typeface="Times New Roman" panose="02020603050405020304"/>
                        </a:rPr>
                        <a:t>4.</a:t>
                      </a:r>
                      <a:endParaRPr sz="16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600"/>
                        <a:buFont typeface="Times New Roman" panose="02020603050405020304"/>
                        <a:buNone/>
                      </a:pPr>
                      <a:r>
                        <a:rPr lang="en-IN" sz="1600" u="none" strike="noStrike" cap="none" dirty="0">
                          <a:latin typeface="Times New Roman" panose="02020603050405020304"/>
                          <a:ea typeface="Times New Roman" panose="02020603050405020304"/>
                          <a:cs typeface="Times New Roman" panose="02020603050405020304"/>
                          <a:sym typeface="Times New Roman" panose="02020603050405020304"/>
                        </a:rPr>
                        <a:t>Aditya Sunil Nalla</a:t>
                      </a:r>
                      <a:endParaRPr sz="1600"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IN" sz="1600" u="none" strike="noStrike" cap="none" dirty="0">
                          <a:latin typeface="Times New Roman" panose="02020603050405020304" pitchFamily="18" charset="0"/>
                          <a:cs typeface="Times New Roman" panose="02020603050405020304" pitchFamily="18" charset="0"/>
                        </a:rPr>
                        <a:t>B22053</a:t>
                      </a:r>
                      <a:endParaRPr sz="1600" u="none" strike="noStrike" cap="none" dirty="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
          <p:cNvSpPr txBox="1">
            <a:spLocks noGrp="1"/>
          </p:cNvSpPr>
          <p:nvPr>
            <p:ph type="body" idx="1"/>
          </p:nvPr>
        </p:nvSpPr>
        <p:spPr>
          <a:xfrm>
            <a:off x="1485900" y="1340768"/>
            <a:ext cx="6768751" cy="4608512"/>
          </a:xfrm>
          <a:prstGeom prst="rect">
            <a:avLst/>
          </a:prstGeom>
          <a:noFill/>
          <a:ln>
            <a:noFill/>
          </a:ln>
        </p:spPr>
        <p:txBody>
          <a:bodyPr spcFirstLastPara="1" wrap="square" lIns="91425" tIns="45700" rIns="91425" bIns="45700" anchor="t" anchorCtr="0">
            <a:normAutofit fontScale="80833" lnSpcReduction="20000"/>
          </a:bodyPr>
          <a:lstStyle/>
          <a:p>
            <a:pPr marL="457200" lvl="0" indent="-457200" algn="l" rtl="0">
              <a:lnSpc>
                <a:spcPct val="100000"/>
              </a:lnSpc>
              <a:spcBef>
                <a:spcPts val="0"/>
              </a:spcBef>
              <a:spcAft>
                <a:spcPts val="0"/>
              </a:spcAft>
              <a:buClr>
                <a:srgbClr val="C58C00"/>
              </a:buClr>
              <a:buSzPct val="80000"/>
              <a:buFont typeface="Noto Sans Symbols"/>
              <a:buChar char="⮚"/>
            </a:pPr>
            <a:r>
              <a:rPr lang="en-US" sz="2700" dirty="0">
                <a:solidFill>
                  <a:srgbClr val="00206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Introduction</a:t>
            </a:r>
            <a:endParaRPr dirty="0">
              <a:latin typeface="Times New Roman" panose="02020603050405020304" pitchFamily="18" charset="0"/>
              <a:cs typeface="Times New Roman" panose="02020603050405020304" pitchFamily="18" charset="0"/>
            </a:endParaRPr>
          </a:p>
          <a:p>
            <a:pPr marL="457200" lvl="0" indent="-457200" algn="l" rtl="0">
              <a:lnSpc>
                <a:spcPct val="100000"/>
              </a:lnSpc>
              <a:spcBef>
                <a:spcPts val="600"/>
              </a:spcBef>
              <a:spcAft>
                <a:spcPts val="0"/>
              </a:spcAft>
              <a:buClr>
                <a:srgbClr val="C58C00"/>
              </a:buClr>
              <a:buSzPct val="80000"/>
              <a:buFont typeface="Noto Sans Symbols"/>
              <a:buChar char="⮚"/>
            </a:pPr>
            <a:r>
              <a:rPr lang="en-US" sz="2700" dirty="0">
                <a:solidFill>
                  <a:srgbClr val="00206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Objective</a:t>
            </a:r>
            <a:endParaRPr dirty="0">
              <a:latin typeface="Times New Roman" panose="02020603050405020304" pitchFamily="18" charset="0"/>
              <a:cs typeface="Times New Roman" panose="02020603050405020304" pitchFamily="18" charset="0"/>
            </a:endParaRPr>
          </a:p>
          <a:p>
            <a:pPr marL="457200" lvl="0" indent="-457200" algn="l" rtl="0">
              <a:lnSpc>
                <a:spcPct val="100000"/>
              </a:lnSpc>
              <a:spcBef>
                <a:spcPts val="600"/>
              </a:spcBef>
              <a:spcAft>
                <a:spcPts val="0"/>
              </a:spcAft>
              <a:buClr>
                <a:srgbClr val="C58C00"/>
              </a:buClr>
              <a:buSzPct val="80000"/>
              <a:buFont typeface="Noto Sans Symbols"/>
              <a:buChar char="⮚"/>
            </a:pPr>
            <a:r>
              <a:rPr lang="en-US" sz="2700" dirty="0">
                <a:solidFill>
                  <a:srgbClr val="00206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Problem Statement</a:t>
            </a:r>
            <a:endParaRPr dirty="0">
              <a:latin typeface="Times New Roman" panose="02020603050405020304" pitchFamily="18" charset="0"/>
              <a:cs typeface="Times New Roman" panose="02020603050405020304" pitchFamily="18" charset="0"/>
            </a:endParaRPr>
          </a:p>
          <a:p>
            <a:pPr marL="457200" lvl="0" indent="-457200" algn="l" rtl="0">
              <a:lnSpc>
                <a:spcPct val="100000"/>
              </a:lnSpc>
              <a:spcBef>
                <a:spcPts val="600"/>
              </a:spcBef>
              <a:spcAft>
                <a:spcPts val="0"/>
              </a:spcAft>
              <a:buClr>
                <a:srgbClr val="C58C00"/>
              </a:buClr>
              <a:buSzPct val="80000"/>
              <a:buFont typeface="Noto Sans Symbols"/>
              <a:buChar char="⮚"/>
            </a:pPr>
            <a:r>
              <a:rPr lang="en-US" sz="2700" dirty="0">
                <a:solidFill>
                  <a:srgbClr val="00206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Motivation</a:t>
            </a:r>
            <a:endParaRPr sz="2700" dirty="0">
              <a:solidFill>
                <a:srgbClr val="00206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457200" lvl="0" indent="-457200" algn="l" rtl="0">
              <a:lnSpc>
                <a:spcPct val="100000"/>
              </a:lnSpc>
              <a:spcBef>
                <a:spcPts val="600"/>
              </a:spcBef>
              <a:spcAft>
                <a:spcPts val="0"/>
              </a:spcAft>
              <a:buClr>
                <a:srgbClr val="C58C00"/>
              </a:buClr>
              <a:buSzPct val="80000"/>
              <a:buFont typeface="Noto Sans Symbols"/>
              <a:buChar char="⮚"/>
            </a:pPr>
            <a:r>
              <a:rPr lang="en-US" sz="2700" dirty="0">
                <a:solidFill>
                  <a:srgbClr val="00206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Literature Survey</a:t>
            </a:r>
            <a:endParaRPr dirty="0">
              <a:latin typeface="Times New Roman" panose="02020603050405020304" pitchFamily="18" charset="0"/>
              <a:cs typeface="Times New Roman" panose="02020603050405020304" pitchFamily="18" charset="0"/>
            </a:endParaRPr>
          </a:p>
          <a:p>
            <a:pPr marL="457200" lvl="0" indent="-457200" algn="l" rtl="0">
              <a:lnSpc>
                <a:spcPct val="100000"/>
              </a:lnSpc>
              <a:spcBef>
                <a:spcPts val="600"/>
              </a:spcBef>
              <a:spcAft>
                <a:spcPts val="0"/>
              </a:spcAft>
              <a:buClr>
                <a:srgbClr val="C58C00"/>
              </a:buClr>
              <a:buSzPct val="80000"/>
              <a:buFont typeface="Noto Sans Symbols"/>
              <a:buChar char="⮚"/>
            </a:pPr>
            <a:r>
              <a:rPr lang="en-US" sz="2700" dirty="0">
                <a:solidFill>
                  <a:srgbClr val="00206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Proposed System’s Architecture</a:t>
            </a:r>
            <a:endParaRPr dirty="0">
              <a:latin typeface="Times New Roman" panose="02020603050405020304" pitchFamily="18" charset="0"/>
              <a:cs typeface="Times New Roman" panose="02020603050405020304" pitchFamily="18" charset="0"/>
            </a:endParaRPr>
          </a:p>
          <a:p>
            <a:pPr marL="457200" lvl="0" indent="-457200" algn="l" rtl="0">
              <a:lnSpc>
                <a:spcPct val="100000"/>
              </a:lnSpc>
              <a:spcBef>
                <a:spcPts val="600"/>
              </a:spcBef>
              <a:spcAft>
                <a:spcPts val="0"/>
              </a:spcAft>
              <a:buClr>
                <a:srgbClr val="C58C00"/>
              </a:buClr>
              <a:buSzPct val="80000"/>
              <a:buFont typeface="Noto Sans Symbols"/>
              <a:buChar char="⮚"/>
            </a:pPr>
            <a:r>
              <a:rPr lang="en-US" sz="2700" dirty="0">
                <a:solidFill>
                  <a:srgbClr val="00206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Algorithms/Methodology </a:t>
            </a:r>
            <a:endParaRPr dirty="0">
              <a:latin typeface="Times New Roman" panose="02020603050405020304" pitchFamily="18" charset="0"/>
              <a:cs typeface="Times New Roman" panose="02020603050405020304" pitchFamily="18" charset="0"/>
            </a:endParaRPr>
          </a:p>
          <a:p>
            <a:pPr marL="457200" lvl="0" indent="-457200" algn="l" rtl="0">
              <a:lnSpc>
                <a:spcPct val="100000"/>
              </a:lnSpc>
              <a:spcBef>
                <a:spcPts val="600"/>
              </a:spcBef>
              <a:spcAft>
                <a:spcPts val="0"/>
              </a:spcAft>
              <a:buClr>
                <a:srgbClr val="C58C00"/>
              </a:buClr>
              <a:buSzPct val="80000"/>
              <a:buFont typeface="Noto Sans Symbols"/>
              <a:buChar char="⮚"/>
            </a:pPr>
            <a:r>
              <a:rPr lang="en-US" sz="2700" dirty="0">
                <a:solidFill>
                  <a:srgbClr val="00206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Hardware and Software Requirements</a:t>
            </a:r>
            <a:endParaRPr dirty="0">
              <a:latin typeface="Times New Roman" panose="02020603050405020304" pitchFamily="18" charset="0"/>
              <a:cs typeface="Times New Roman" panose="02020603050405020304" pitchFamily="18" charset="0"/>
            </a:endParaRPr>
          </a:p>
          <a:p>
            <a:pPr marL="457200" lvl="0" indent="-457200" algn="l" rtl="0">
              <a:lnSpc>
                <a:spcPct val="100000"/>
              </a:lnSpc>
              <a:spcBef>
                <a:spcPts val="600"/>
              </a:spcBef>
              <a:spcAft>
                <a:spcPts val="0"/>
              </a:spcAft>
              <a:buClr>
                <a:srgbClr val="C58C00"/>
              </a:buClr>
              <a:buSzPct val="80000"/>
              <a:buFont typeface="Noto Sans Symbols"/>
              <a:buChar char="⮚"/>
            </a:pPr>
            <a:r>
              <a:rPr lang="en-US" sz="2700" dirty="0">
                <a:solidFill>
                  <a:srgbClr val="00206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Comparison With Existing Systems</a:t>
            </a:r>
            <a:endParaRPr dirty="0">
              <a:latin typeface="Times New Roman" panose="02020603050405020304" pitchFamily="18" charset="0"/>
              <a:cs typeface="Times New Roman" panose="02020603050405020304" pitchFamily="18" charset="0"/>
            </a:endParaRPr>
          </a:p>
          <a:p>
            <a:pPr marL="457200" lvl="0" indent="-457200" algn="l" rtl="0">
              <a:lnSpc>
                <a:spcPct val="100000"/>
              </a:lnSpc>
              <a:spcBef>
                <a:spcPts val="600"/>
              </a:spcBef>
              <a:spcAft>
                <a:spcPts val="0"/>
              </a:spcAft>
              <a:buClr>
                <a:srgbClr val="C58C00"/>
              </a:buClr>
              <a:buSzPct val="80000"/>
              <a:buFont typeface="Noto Sans Symbols"/>
              <a:buChar char="⮚"/>
            </a:pPr>
            <a:r>
              <a:rPr lang="en-US" sz="2700" dirty="0">
                <a:solidFill>
                  <a:srgbClr val="00206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Expected Outcomes</a:t>
            </a:r>
            <a:endParaRPr dirty="0">
              <a:latin typeface="Times New Roman" panose="02020603050405020304" pitchFamily="18" charset="0"/>
              <a:cs typeface="Times New Roman" panose="02020603050405020304" pitchFamily="18" charset="0"/>
            </a:endParaRPr>
          </a:p>
          <a:p>
            <a:pPr marL="457200" lvl="0" indent="-457200" algn="l" rtl="0">
              <a:lnSpc>
                <a:spcPct val="100000"/>
              </a:lnSpc>
              <a:spcBef>
                <a:spcPts val="600"/>
              </a:spcBef>
              <a:spcAft>
                <a:spcPts val="0"/>
              </a:spcAft>
              <a:buClr>
                <a:srgbClr val="C58C00"/>
              </a:buClr>
              <a:buSzPct val="80000"/>
              <a:buFont typeface="Noto Sans Symbols"/>
              <a:buChar char="⮚"/>
            </a:pPr>
            <a:r>
              <a:rPr lang="en-US" sz="2700" dirty="0">
                <a:solidFill>
                  <a:srgbClr val="00206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Applications</a:t>
            </a:r>
            <a:endParaRPr dirty="0">
              <a:latin typeface="Times New Roman" panose="02020603050405020304" pitchFamily="18" charset="0"/>
              <a:cs typeface="Times New Roman" panose="02020603050405020304" pitchFamily="18" charset="0"/>
            </a:endParaRPr>
          </a:p>
          <a:p>
            <a:pPr marL="457200" lvl="0" indent="-457200" algn="l" rtl="0">
              <a:lnSpc>
                <a:spcPct val="100000"/>
              </a:lnSpc>
              <a:spcBef>
                <a:spcPts val="600"/>
              </a:spcBef>
              <a:spcAft>
                <a:spcPts val="0"/>
              </a:spcAft>
              <a:buClr>
                <a:srgbClr val="C58C00"/>
              </a:buClr>
              <a:buSzPct val="80000"/>
              <a:buFont typeface="Noto Sans Symbols"/>
              <a:buChar char="⮚"/>
            </a:pPr>
            <a:r>
              <a:rPr lang="en-US" sz="2700" dirty="0">
                <a:solidFill>
                  <a:srgbClr val="00206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Conclusion</a:t>
            </a:r>
            <a:endParaRPr sz="2700" dirty="0">
              <a:solidFill>
                <a:srgbClr val="00206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457200" lvl="0" indent="-457200" algn="l" rtl="0">
              <a:lnSpc>
                <a:spcPct val="100000"/>
              </a:lnSpc>
              <a:spcBef>
                <a:spcPts val="600"/>
              </a:spcBef>
              <a:spcAft>
                <a:spcPts val="0"/>
              </a:spcAft>
              <a:buClr>
                <a:srgbClr val="C58C00"/>
              </a:buClr>
              <a:buSzPct val="80000"/>
              <a:buFont typeface="Noto Sans Symbols"/>
              <a:buChar char="⮚"/>
            </a:pPr>
            <a:r>
              <a:rPr lang="en-US" sz="2700" dirty="0">
                <a:solidFill>
                  <a:srgbClr val="00206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References</a:t>
            </a:r>
            <a:endParaRPr dirty="0">
              <a:latin typeface="Times New Roman" panose="02020603050405020304" pitchFamily="18" charset="0"/>
              <a:cs typeface="Times New Roman" panose="02020603050405020304" pitchFamily="18" charset="0"/>
            </a:endParaRPr>
          </a:p>
          <a:p>
            <a:pPr marL="457200" lvl="0" indent="-354330" algn="l" rtl="0">
              <a:lnSpc>
                <a:spcPct val="100000"/>
              </a:lnSpc>
              <a:spcBef>
                <a:spcPts val="600"/>
              </a:spcBef>
              <a:spcAft>
                <a:spcPts val="0"/>
              </a:spcAft>
              <a:buSzPct val="80000"/>
              <a:buFont typeface="Noto Sans Symbols"/>
              <a:buNone/>
            </a:pPr>
            <a:endParaRPr sz="2500" dirty="0">
              <a:solidFill>
                <a:srgbClr val="00206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457200" lvl="0" indent="-325755" algn="l" rtl="0">
              <a:lnSpc>
                <a:spcPct val="100000"/>
              </a:lnSpc>
              <a:spcBef>
                <a:spcPts val="600"/>
              </a:spcBef>
              <a:spcAft>
                <a:spcPts val="0"/>
              </a:spcAft>
              <a:buSzPct val="80000"/>
              <a:buFont typeface="Noto Sans Symbols"/>
              <a:buNone/>
            </a:pPr>
            <a:endParaRPr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sp>
        <p:nvSpPr>
          <p:cNvPr id="117" name="Google Shape;117;p2"/>
          <p:cNvSpPr txBox="1"/>
          <p:nvPr/>
        </p:nvSpPr>
        <p:spPr>
          <a:xfrm>
            <a:off x="1413892" y="274638"/>
            <a:ext cx="9759198" cy="70609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D180D"/>
              </a:buClr>
              <a:buSzPts val="6000"/>
              <a:buFont typeface="Times New Roman" panose="02020603050405020304"/>
              <a:buNone/>
            </a:pPr>
            <a:r>
              <a:rPr lang="en-US" sz="6000" b="1" i="0" u="none" strike="noStrike" cap="small">
                <a:solidFill>
                  <a:srgbClr val="1D180D"/>
                </a:solidFill>
                <a:latin typeface="Times New Roman" panose="02020603050405020304"/>
                <a:ea typeface="Times New Roman" panose="02020603050405020304"/>
                <a:cs typeface="Times New Roman" panose="02020603050405020304"/>
                <a:sym typeface="Times New Roman" panose="02020603050405020304"/>
              </a:rPr>
              <a:t>  </a:t>
            </a:r>
            <a:r>
              <a:rPr lang="en-US" sz="4500" b="1" i="0" u="none" strike="noStrike" cap="small">
                <a:solidFill>
                  <a:srgbClr val="1D180D"/>
                </a:solidFill>
                <a:latin typeface="Times New Roman" panose="02020603050405020304"/>
                <a:ea typeface="Times New Roman" panose="02020603050405020304"/>
                <a:cs typeface="Times New Roman" panose="02020603050405020304"/>
                <a:sym typeface="Times New Roman" panose="02020603050405020304"/>
              </a:rPr>
              <a:t>Index</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8" name="Google Shape;118;p2"/>
          <p:cNvSpPr/>
          <p:nvPr/>
        </p:nvSpPr>
        <p:spPr>
          <a:xfrm>
            <a:off x="1389741" y="1196752"/>
            <a:ext cx="9745231" cy="4824536"/>
          </a:xfrm>
          <a:prstGeom prst="rect">
            <a:avLst/>
          </a:prstGeom>
          <a:no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Gill Sans" panose="020B0502020104020203"/>
              <a:ea typeface="Gill Sans" panose="020B0502020104020203"/>
              <a:cs typeface="Gill Sans" panose="020B0502020104020203"/>
              <a:sym typeface="Gill Sans" panose="020B0502020104020203"/>
            </a:endParaRPr>
          </a:p>
        </p:txBody>
      </p:sp>
      <p:sp>
        <p:nvSpPr>
          <p:cNvPr id="119" name="Google Shape;119;p2"/>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3"/>
          <p:cNvSpPr txBox="1"/>
          <p:nvPr/>
        </p:nvSpPr>
        <p:spPr>
          <a:xfrm>
            <a:off x="1413892" y="260648"/>
            <a:ext cx="9759198" cy="70609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D180D"/>
              </a:buClr>
              <a:buSzPts val="6000"/>
              <a:buFont typeface="Times New Roman" panose="02020603050405020304"/>
              <a:buNone/>
            </a:pPr>
            <a:r>
              <a:rPr lang="en-US" sz="6000" b="1" i="0" u="none" strike="noStrike" cap="small" dirty="0">
                <a:solidFill>
                  <a:srgbClr val="1D180D"/>
                </a:solidFill>
                <a:latin typeface="Times New Roman" panose="02020603050405020304"/>
                <a:ea typeface="Times New Roman" panose="02020603050405020304"/>
                <a:cs typeface="Times New Roman" panose="02020603050405020304"/>
                <a:sym typeface="Times New Roman" panose="02020603050405020304"/>
              </a:rPr>
              <a:t>  </a:t>
            </a:r>
            <a:r>
              <a:rPr lang="en-US" sz="4500" b="1" i="0" u="none" strike="noStrike" cap="small" dirty="0">
                <a:solidFill>
                  <a:schemeClr val="dk1"/>
                </a:solidFill>
                <a:latin typeface="Times New Roman" panose="02020603050405020304"/>
                <a:ea typeface="Times New Roman" panose="02020603050405020304"/>
                <a:cs typeface="Times New Roman" panose="02020603050405020304"/>
                <a:sym typeface="Times New Roman" panose="02020603050405020304"/>
              </a:rPr>
              <a:t>Introduction</a:t>
            </a:r>
            <a:endParaRPr sz="4500" b="1" i="0" u="none" strike="noStrike" cap="small"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5" name="Google Shape;125;p3"/>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3</a:t>
            </a:fld>
            <a:endParaRPr lang="en-US"/>
          </a:p>
        </p:txBody>
      </p:sp>
      <p:sp>
        <p:nvSpPr>
          <p:cNvPr id="3" name="Rectangle 2"/>
          <p:cNvSpPr>
            <a:spLocks noChangeArrowheads="1"/>
          </p:cNvSpPr>
          <p:nvPr/>
        </p:nvSpPr>
        <p:spPr bwMode="auto">
          <a:xfrm>
            <a:off x="1547498" y="1126481"/>
            <a:ext cx="9759198" cy="3184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lgn="just" eaLnBrk="0" fontAlgn="base" hangingPunct="0">
              <a:lnSpc>
                <a:spcPct val="150000"/>
              </a:lnSpc>
              <a:spcBef>
                <a:spcPct val="0"/>
              </a:spcBef>
              <a:spcAft>
                <a:spcPct val="0"/>
              </a:spcAft>
              <a:buClrTx/>
            </a:pPr>
            <a:r>
              <a:rPr lang="en-US" altLang="en-US" sz="1700" dirty="0">
                <a:solidFill>
                  <a:schemeClr val="tx1"/>
                </a:solidFill>
                <a:latin typeface="Times New Roman" panose="02020603050405020304" pitchFamily="18" charset="0"/>
                <a:cs typeface="Times New Roman" panose="02020603050405020304" pitchFamily="18" charset="0"/>
              </a:rPr>
              <a:t>Pocket Journal is an artificial intelligence, AI powered journaling application that aims to turn traditional diary writing into a digital, intelligent, interactive journaling experience. The application is able to take advantage of AI and natural language processing (NLP) models, like </a:t>
            </a:r>
            <a:r>
              <a:rPr lang="en-US" altLang="en-US" sz="1700" dirty="0" err="1">
                <a:solidFill>
                  <a:schemeClr val="tx1"/>
                </a:solidFill>
                <a:latin typeface="Times New Roman" panose="02020603050405020304" pitchFamily="18" charset="0"/>
                <a:cs typeface="Times New Roman" panose="02020603050405020304" pitchFamily="18" charset="0"/>
              </a:rPr>
              <a:t>RoBERTa</a:t>
            </a:r>
            <a:r>
              <a:rPr lang="en-US" altLang="en-US" sz="1700" dirty="0">
                <a:solidFill>
                  <a:schemeClr val="tx1"/>
                </a:solidFill>
                <a:latin typeface="Times New Roman" panose="02020603050405020304" pitchFamily="18" charset="0"/>
                <a:cs typeface="Times New Roman" panose="02020603050405020304" pitchFamily="18" charset="0"/>
              </a:rPr>
              <a:t> for emotion detection, BART for text summarization, and Gemini for insight, so that users can reflect on their emotions, recognize patterns, and observe personal growth while journaling. </a:t>
            </a:r>
          </a:p>
          <a:p>
            <a:pPr lvl="0" algn="just" eaLnBrk="0" fontAlgn="base" hangingPunct="0">
              <a:lnSpc>
                <a:spcPct val="150000"/>
              </a:lnSpc>
              <a:spcBef>
                <a:spcPct val="0"/>
              </a:spcBef>
              <a:spcAft>
                <a:spcPct val="0"/>
              </a:spcAft>
              <a:buClrTx/>
            </a:pPr>
            <a:r>
              <a:rPr lang="en-US" altLang="en-US" sz="1700" dirty="0">
                <a:solidFill>
                  <a:schemeClr val="tx1"/>
                </a:solidFill>
                <a:latin typeface="Times New Roman" panose="02020603050405020304" pitchFamily="18" charset="0"/>
                <a:cs typeface="Times New Roman" panose="02020603050405020304" pitchFamily="18" charset="0"/>
              </a:rPr>
              <a:t>The application is built using the Flutter, Flask, and Firebase stack with safe real-time analysis and personalized media recommendations with Spotify and TMDB APIs to represent modern mental wellness and self-awareness in an interactive format.</a:t>
            </a:r>
            <a:endPar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4"/>
          <p:cNvSpPr txBox="1">
            <a:spLocks noGrp="1"/>
          </p:cNvSpPr>
          <p:nvPr>
            <p:ph type="subTitle" idx="1"/>
          </p:nvPr>
        </p:nvSpPr>
        <p:spPr>
          <a:xfrm>
            <a:off x="1485900" y="332656"/>
            <a:ext cx="9818687" cy="72008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0" rIns="91425" bIns="45700" anchor="ctr" anchorCtr="0">
            <a:noAutofit/>
          </a:bodyPr>
          <a:lstStyle/>
          <a:p>
            <a:pPr marL="27305" lvl="0" indent="0" algn="l" rtl="0">
              <a:lnSpc>
                <a:spcPct val="100000"/>
              </a:lnSpc>
              <a:spcBef>
                <a:spcPts val="0"/>
              </a:spcBef>
              <a:spcAft>
                <a:spcPts val="0"/>
              </a:spcAft>
              <a:buSzPts val="3840"/>
              <a:buNone/>
            </a:pPr>
            <a:r>
              <a:rPr lang="en-US" sz="4400" b="1" i="0" u="none" strike="noStrike" cap="small" dirty="0">
                <a:solidFill>
                  <a:srgbClr val="1D180D"/>
                </a:solidFill>
                <a:latin typeface="Times New Roman" panose="02020603050405020304"/>
                <a:ea typeface="Times New Roman" panose="02020603050405020304"/>
                <a:cs typeface="Times New Roman" panose="02020603050405020304"/>
                <a:sym typeface="Times New Roman" panose="02020603050405020304"/>
              </a:rPr>
              <a:t>  Objective</a:t>
            </a:r>
            <a:endParaRPr sz="4400" b="1" i="0" u="none" strike="noStrike" cap="small"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2" name="Google Shape;132;p4"/>
          <p:cNvSpPr txBox="1"/>
          <p:nvPr/>
        </p:nvSpPr>
        <p:spPr>
          <a:xfrm>
            <a:off x="1545193" y="1360959"/>
            <a:ext cx="9818687" cy="4247276"/>
          </a:xfrm>
          <a:prstGeom prst="rect">
            <a:avLst/>
          </a:prstGeom>
          <a:noFill/>
          <a:ln>
            <a:noFill/>
          </a:ln>
        </p:spPr>
        <p:txBody>
          <a:bodyPr spcFirstLastPara="1" wrap="square" lIns="91425" tIns="45700" rIns="91425" bIns="45700" anchor="t" anchorCtr="0">
            <a:spAutoFit/>
          </a:bodyPr>
          <a:lstStyle/>
          <a:p>
            <a:pPr algn="just"/>
            <a:r>
              <a:rPr lang="en-US" sz="1800" dirty="0">
                <a:latin typeface="Times New Roman" panose="02020603050405020304" pitchFamily="18" charset="0"/>
                <a:cs typeface="Times New Roman" panose="02020603050405020304" pitchFamily="18" charset="0"/>
              </a:rPr>
              <a:t>To establish a powerful AI-driven journaling framework that elevates self-reflection and emotional clarity at scale. To position Pocket Journal as a next-generation platform that transforms raw entries into actionable personal insight.</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modernize conventional journaling by incorporating AI and NLP to provide a more intelligent and mindful experience.</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analyze user-written entries to detect emotion, generate a brief summary, and identify habitual goals or behavioral patterns.</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provide personalized feedback based on mood and offer suggestions or recommendations for other media using APIs such as Spotify or TMDB to support emotional wellness.</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build a habit of consistent self-reflection, emotional wellness, and personal development through AI-generated reflections and engagement prompts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5"/>
          <p:cNvSpPr txBox="1">
            <a:spLocks noGrp="1"/>
          </p:cNvSpPr>
          <p:nvPr>
            <p:ph type="title"/>
          </p:nvPr>
        </p:nvSpPr>
        <p:spPr>
          <a:xfrm>
            <a:off x="0" y="260648"/>
            <a:ext cx="12188825" cy="1143000"/>
          </a:xfrm>
          <a:prstGeom prst="rect">
            <a:avLst/>
          </a:prstGeom>
          <a:noFill/>
          <a:ln>
            <a:noFill/>
          </a:ln>
        </p:spPr>
        <p:txBody>
          <a:bodyPr spcFirstLastPara="1" wrap="square" lIns="91425" tIns="45700" rIns="91425" bIns="45700" anchor="ctr" anchorCtr="0">
            <a:normAutofit/>
          </a:bodyPr>
          <a:lstStyle/>
          <a:p>
            <a:pPr marL="0" lvl="0" indent="0" algn="just" rtl="0">
              <a:lnSpc>
                <a:spcPct val="100000"/>
              </a:lnSpc>
              <a:spcBef>
                <a:spcPts val="0"/>
              </a:spcBef>
              <a:spcAft>
                <a:spcPts val="0"/>
              </a:spcAft>
              <a:buClr>
                <a:schemeClr val="dk1"/>
              </a:buClr>
              <a:buSzPts val="4300"/>
              <a:buFont typeface="Times New Roman" panose="02020603050405020304"/>
              <a:buNone/>
            </a:pPr>
            <a:r>
              <a:rPr lang="en-US">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sz="4000">
              <a:solidFill>
                <a:srgbClr val="C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8" name="Google Shape;138;p5"/>
          <p:cNvSpPr txBox="1">
            <a:spLocks noGrp="1"/>
          </p:cNvSpPr>
          <p:nvPr>
            <p:ph type="body" idx="1"/>
          </p:nvPr>
        </p:nvSpPr>
        <p:spPr>
          <a:xfrm>
            <a:off x="1485900" y="1327746"/>
            <a:ext cx="9649072" cy="2869902"/>
          </a:xfrm>
          <a:prstGeom prst="rect">
            <a:avLst/>
          </a:prstGeom>
          <a:noFill/>
          <a:ln>
            <a:noFill/>
          </a:ln>
        </p:spPr>
        <p:txBody>
          <a:bodyPr spcFirstLastPara="1" wrap="square" lIns="91425" tIns="45700" rIns="91425" bIns="45700" anchor="t" anchorCtr="0">
            <a:noAutofit/>
          </a:bodyPr>
          <a:lstStyle/>
          <a:p>
            <a:pPr marL="82550" lvl="0" indent="0" algn="just">
              <a:lnSpc>
                <a:spcPct val="150000"/>
              </a:lnSpc>
              <a:buNone/>
            </a:pPr>
            <a:r>
              <a:rPr lang="en-US" sz="1900" dirty="0">
                <a:latin typeface="Times New Roman" panose="02020603050405020304" pitchFamily="18" charset="0"/>
                <a:cs typeface="Times New Roman" panose="02020603050405020304" pitchFamily="18" charset="0"/>
              </a:rPr>
              <a:t>To address the passivity of traditional journaling, which lacks analytical feedback, Pocket Journal introduces an intelligent framework for personal reflection. The core problem is transforming static diary-keeping into a dynamic dialogue that provides users with actionable insights. This is achieved by leveraging AI models, such as </a:t>
            </a:r>
            <a:r>
              <a:rPr lang="en-US" sz="1900" dirty="0" err="1">
                <a:latin typeface="Times New Roman" panose="02020603050405020304" pitchFamily="18" charset="0"/>
                <a:cs typeface="Times New Roman" panose="02020603050405020304" pitchFamily="18" charset="0"/>
              </a:rPr>
              <a:t>RoBERTa</a:t>
            </a:r>
            <a:r>
              <a:rPr lang="en-US" sz="1900" dirty="0">
                <a:latin typeface="Times New Roman" panose="02020603050405020304" pitchFamily="18" charset="0"/>
                <a:cs typeface="Times New Roman" panose="02020603050405020304" pitchFamily="18" charset="0"/>
              </a:rPr>
              <a:t> for mood detection and BART for summarization, to create a responsive environment that actively supports users in gaining greater self-awareness.</a:t>
            </a:r>
            <a:endParaRPr sz="19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sp>
        <p:nvSpPr>
          <p:cNvPr id="139" name="Google Shape;139;p5"/>
          <p:cNvSpPr txBox="1"/>
          <p:nvPr/>
        </p:nvSpPr>
        <p:spPr>
          <a:xfrm>
            <a:off x="1485900" y="404664"/>
            <a:ext cx="9818687" cy="72008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0" rIns="91425" bIns="45700" anchor="ctr" anchorCtr="0">
            <a:noAutofit/>
          </a:bodyPr>
          <a:lstStyle/>
          <a:p>
            <a:pPr marL="27305" marR="0" lvl="0" indent="0" algn="l" rtl="0">
              <a:lnSpc>
                <a:spcPct val="100000"/>
              </a:lnSpc>
              <a:spcBef>
                <a:spcPts val="0"/>
              </a:spcBef>
              <a:spcAft>
                <a:spcPts val="0"/>
              </a:spcAft>
              <a:buClr>
                <a:schemeClr val="accent1"/>
              </a:buClr>
              <a:buSzPts val="3600"/>
              <a:buFont typeface="Times New Roman" panose="02020603050405020304"/>
              <a:buNone/>
            </a:pPr>
            <a:r>
              <a:rPr lang="en-US" sz="4500" b="1" i="0" u="none" strike="noStrike" cap="small"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Problem Statement</a:t>
            </a:r>
            <a:endParaRPr sz="4500" b="1" i="0" u="none" strike="noStrike" cap="small"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0" name="Google Shape;140;p5"/>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6"/>
          <p:cNvSpPr txBox="1"/>
          <p:nvPr/>
        </p:nvSpPr>
        <p:spPr>
          <a:xfrm>
            <a:off x="1466895" y="288063"/>
            <a:ext cx="9818687" cy="72008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0" rIns="91425" bIns="45700" anchor="ctr" anchorCtr="0">
            <a:noAutofit/>
          </a:bodyPr>
          <a:lstStyle/>
          <a:p>
            <a:pPr marL="27305" marR="0" lvl="0" indent="0" algn="l" rtl="0">
              <a:lnSpc>
                <a:spcPct val="100000"/>
              </a:lnSpc>
              <a:spcBef>
                <a:spcPts val="0"/>
              </a:spcBef>
              <a:spcAft>
                <a:spcPts val="0"/>
              </a:spcAft>
              <a:buClr>
                <a:schemeClr val="accent1"/>
              </a:buClr>
              <a:buSzPts val="3600"/>
              <a:buFont typeface="Times New Roman" panose="02020603050405020304"/>
              <a:buNone/>
            </a:pPr>
            <a:r>
              <a:rPr lang="en-US" sz="4500" b="1" i="0" u="none" strike="noStrike" cap="small" dirty="0">
                <a:solidFill>
                  <a:srgbClr val="1D180D"/>
                </a:solidFill>
                <a:latin typeface="Times New Roman" panose="02020603050405020304"/>
                <a:ea typeface="Times New Roman" panose="02020603050405020304"/>
                <a:cs typeface="Times New Roman" panose="02020603050405020304"/>
                <a:sym typeface="Times New Roman" panose="02020603050405020304"/>
              </a:rPr>
              <a:t>Motivation</a:t>
            </a:r>
            <a:endParaRPr lang="en-US" sz="4500" b="1" i="0" u="none" strike="noStrike" cap="small"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 name="Rectangle 2"/>
          <p:cNvSpPr>
            <a:spLocks noChangeArrowheads="1"/>
          </p:cNvSpPr>
          <p:nvPr/>
        </p:nvSpPr>
        <p:spPr bwMode="auto">
          <a:xfrm>
            <a:off x="1510867" y="1255384"/>
            <a:ext cx="9730741" cy="2399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1" algn="just" eaLnBrk="0" fontAlgn="base" hangingPunct="0">
              <a:lnSpc>
                <a:spcPct val="150000"/>
              </a:lnSpc>
              <a:spcBef>
                <a:spcPct val="0"/>
              </a:spcBef>
              <a:spcAft>
                <a:spcPct val="0"/>
              </a:spcAft>
              <a:buClrTx/>
            </a:pPr>
            <a:r>
              <a:rPr lang="en-US" altLang="en-US" sz="1700" dirty="0">
                <a:solidFill>
                  <a:schemeClr val="tx1"/>
                </a:solidFill>
                <a:latin typeface="Times New Roman" panose="02020603050405020304" pitchFamily="18" charset="0"/>
                <a:cs typeface="Times New Roman" panose="02020603050405020304" pitchFamily="18" charset="0"/>
              </a:rPr>
              <a:t>The idea is to surpass the shortcomings of conventional journaling, which just captures thoughts without feedback or emotional awareness. It is known that media such as music and film have so much power in shaping mood, and hence the goal of the project is to merge journaling with smart emotional analysis and customized media suggestions. Through the applications of AI models, Flutter, and Firebase, Pocket Journal is an intelligent digital friend that encourages self-reflection, emotional health, and personal development particularly for students and young adults to confront contemporary challenges in life.</a:t>
            </a:r>
            <a:endPar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7"/>
          <p:cNvSpPr txBox="1"/>
          <p:nvPr/>
        </p:nvSpPr>
        <p:spPr>
          <a:xfrm>
            <a:off x="1485900" y="188640"/>
            <a:ext cx="10472420" cy="72008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0" rIns="91425" bIns="45700" anchor="ctr" anchorCtr="0">
            <a:noAutofit/>
          </a:bodyPr>
          <a:lstStyle/>
          <a:p>
            <a:pPr marL="0" marR="0" lvl="0" indent="0" algn="l" rtl="0">
              <a:lnSpc>
                <a:spcPct val="100000"/>
              </a:lnSpc>
              <a:spcBef>
                <a:spcPts val="0"/>
              </a:spcBef>
              <a:spcAft>
                <a:spcPts val="0"/>
              </a:spcAft>
              <a:buClr>
                <a:srgbClr val="922122"/>
              </a:buClr>
              <a:buSzPts val="4800"/>
              <a:buFont typeface="Times New Roman" panose="02020603050405020304"/>
              <a:buNone/>
            </a:pPr>
            <a:r>
              <a:rPr lang="en-US" sz="4800" b="0" i="0" u="none" strike="noStrike" cap="small" dirty="0">
                <a:solidFill>
                  <a:schemeClr val="tx1"/>
                </a:solidFill>
                <a:latin typeface="Times New Roman" panose="02020603050405020304"/>
                <a:ea typeface="Times New Roman" panose="02020603050405020304"/>
                <a:cs typeface="Times New Roman" panose="02020603050405020304"/>
                <a:sym typeface="Times New Roman" panose="02020603050405020304"/>
              </a:rPr>
              <a:t>Literature Review</a:t>
            </a:r>
            <a:endParaRPr sz="1400" b="0" i="0" u="none" strike="noStrike" cap="none" dirty="0">
              <a:solidFill>
                <a:schemeClr val="tx1"/>
              </a:solidFill>
              <a:latin typeface="Arial" panose="020B0604020202020204"/>
              <a:ea typeface="Arial" panose="020B0604020202020204"/>
              <a:cs typeface="Arial" panose="020B0604020202020204"/>
              <a:sym typeface="Arial" panose="020B0604020202020204"/>
            </a:endParaRPr>
          </a:p>
        </p:txBody>
      </p:sp>
      <p:sp>
        <p:nvSpPr>
          <p:cNvPr id="153" name="Google Shape;153;p7"/>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7</a:t>
            </a:fld>
            <a:endParaRPr lang="en-US"/>
          </a:p>
        </p:txBody>
      </p:sp>
      <p:graphicFrame>
        <p:nvGraphicFramePr>
          <p:cNvPr id="154" name="Google Shape;154;p7"/>
          <p:cNvGraphicFramePr/>
          <p:nvPr>
            <p:extLst>
              <p:ext uri="{D42A27DB-BD31-4B8C-83A1-F6EECF244321}">
                <p14:modId xmlns:p14="http://schemas.microsoft.com/office/powerpoint/2010/main" val="2714931606"/>
              </p:ext>
            </p:extLst>
          </p:nvPr>
        </p:nvGraphicFramePr>
        <p:xfrm>
          <a:off x="1485900" y="957971"/>
          <a:ext cx="10501052" cy="5458069"/>
        </p:xfrm>
        <a:graphic>
          <a:graphicData uri="http://schemas.openxmlformats.org/drawingml/2006/table">
            <a:tbl>
              <a:tblPr firstRow="1">
                <a:noFill/>
                <a:tableStyleId>{E03D46B1-7A9E-409F-B616-10CFBBF69FDA}</a:tableStyleId>
              </a:tblPr>
              <a:tblGrid>
                <a:gridCol w="1458390">
                  <a:extLst>
                    <a:ext uri="{9D8B030D-6E8A-4147-A177-3AD203B41FA5}">
                      <a16:colId xmlns:a16="http://schemas.microsoft.com/office/drawing/2014/main" val="20000"/>
                    </a:ext>
                  </a:extLst>
                </a:gridCol>
                <a:gridCol w="1225663">
                  <a:extLst>
                    <a:ext uri="{9D8B030D-6E8A-4147-A177-3AD203B41FA5}">
                      <a16:colId xmlns:a16="http://schemas.microsoft.com/office/drawing/2014/main" val="20001"/>
                    </a:ext>
                  </a:extLst>
                </a:gridCol>
                <a:gridCol w="713676">
                  <a:extLst>
                    <a:ext uri="{9D8B030D-6E8A-4147-A177-3AD203B41FA5}">
                      <a16:colId xmlns:a16="http://schemas.microsoft.com/office/drawing/2014/main" val="20002"/>
                    </a:ext>
                  </a:extLst>
                </a:gridCol>
                <a:gridCol w="2435809">
                  <a:extLst>
                    <a:ext uri="{9D8B030D-6E8A-4147-A177-3AD203B41FA5}">
                      <a16:colId xmlns:a16="http://schemas.microsoft.com/office/drawing/2014/main" val="20003"/>
                    </a:ext>
                  </a:extLst>
                </a:gridCol>
                <a:gridCol w="1458390">
                  <a:extLst>
                    <a:ext uri="{9D8B030D-6E8A-4147-A177-3AD203B41FA5}">
                      <a16:colId xmlns:a16="http://schemas.microsoft.com/office/drawing/2014/main" val="20004"/>
                    </a:ext>
                  </a:extLst>
                </a:gridCol>
                <a:gridCol w="1644561">
                  <a:extLst>
                    <a:ext uri="{9D8B030D-6E8A-4147-A177-3AD203B41FA5}">
                      <a16:colId xmlns:a16="http://schemas.microsoft.com/office/drawing/2014/main" val="20005"/>
                    </a:ext>
                  </a:extLst>
                </a:gridCol>
                <a:gridCol w="1564563">
                  <a:extLst>
                    <a:ext uri="{9D8B030D-6E8A-4147-A177-3AD203B41FA5}">
                      <a16:colId xmlns:a16="http://schemas.microsoft.com/office/drawing/2014/main" val="20006"/>
                    </a:ext>
                  </a:extLst>
                </a:gridCol>
              </a:tblGrid>
              <a:tr h="302903">
                <a:tc>
                  <a:txBody>
                    <a:bodyPr/>
                    <a:lstStyle/>
                    <a:p>
                      <a:pPr marL="0" marR="0" lvl="0" indent="0" algn="just" rtl="0">
                        <a:lnSpc>
                          <a:spcPct val="100000"/>
                        </a:lnSpc>
                        <a:spcBef>
                          <a:spcPts val="0"/>
                        </a:spcBef>
                        <a:spcAft>
                          <a:spcPts val="0"/>
                        </a:spcAft>
                        <a:buClr>
                          <a:srgbClr val="000000"/>
                        </a:buClr>
                        <a:buSzPts val="1200"/>
                        <a:buFont typeface="Arial" panose="020B0604020202020204"/>
                        <a:buNone/>
                      </a:pPr>
                      <a:r>
                        <a:rPr lang="en-US" sz="1200" b="1" u="none" strike="noStrike" cap="none" dirty="0">
                          <a:latin typeface="Times New Roman" panose="02020603050405020304"/>
                          <a:ea typeface="Times New Roman" panose="02020603050405020304"/>
                          <a:cs typeface="Times New Roman" panose="02020603050405020304"/>
                          <a:sym typeface="Times New Roman" panose="02020603050405020304"/>
                        </a:rPr>
                        <a:t>Publisher</a:t>
                      </a:r>
                      <a:endParaRPr sz="1200" b="1"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3500" marR="63500" marT="63500" marB="63500" anchor="ctr">
                    <a:lnB w="12700" cap="flat" cmpd="sng" algn="ctr">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200"/>
                        <a:buFont typeface="Arial" panose="020B0604020202020204"/>
                        <a:buNone/>
                      </a:pPr>
                      <a:r>
                        <a:rPr lang="en-US" sz="1200" b="1" u="none" strike="noStrike" cap="none" dirty="0">
                          <a:latin typeface="Times New Roman" panose="02020603050405020304"/>
                          <a:ea typeface="Times New Roman" panose="02020603050405020304"/>
                          <a:cs typeface="Times New Roman" panose="02020603050405020304"/>
                          <a:sym typeface="Times New Roman" panose="02020603050405020304"/>
                        </a:rPr>
                        <a:t>Author</a:t>
                      </a:r>
                      <a:endParaRPr sz="1200" b="1"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3500" marR="63500" marT="63500" marB="63500" anchor="ctr">
                    <a:lnB w="12700" cap="flat" cmpd="sng" algn="ctr">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200"/>
                        <a:buFont typeface="Arial" panose="020B0604020202020204"/>
                        <a:buNone/>
                      </a:pPr>
                      <a:r>
                        <a:rPr lang="en-US" sz="1200" b="1" u="none" strike="noStrike" cap="none" dirty="0">
                          <a:latin typeface="Times New Roman" panose="02020603050405020304"/>
                          <a:ea typeface="Times New Roman" panose="02020603050405020304"/>
                          <a:cs typeface="Times New Roman" panose="02020603050405020304"/>
                          <a:sym typeface="Times New Roman" panose="02020603050405020304"/>
                        </a:rPr>
                        <a:t>Year</a:t>
                      </a:r>
                      <a:endParaRPr sz="1200" b="1"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3500" marR="63500" marT="63500" marB="63500" anchor="ctr">
                    <a:lnB w="12700" cap="flat" cmpd="sng" algn="ctr">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200"/>
                        <a:buFont typeface="Arial" panose="020B0604020202020204"/>
                        <a:buNone/>
                      </a:pPr>
                      <a:r>
                        <a:rPr lang="en-US" sz="1200" b="1" u="none" strike="noStrike" cap="none" dirty="0">
                          <a:latin typeface="Times New Roman" panose="02020603050405020304"/>
                          <a:ea typeface="Times New Roman" panose="02020603050405020304"/>
                          <a:cs typeface="Times New Roman" panose="02020603050405020304"/>
                          <a:sym typeface="Times New Roman" panose="02020603050405020304"/>
                        </a:rPr>
                        <a:t>Name of the paper</a:t>
                      </a:r>
                      <a:endParaRPr sz="1200" b="1"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3500" marR="63500" marT="63500" marB="63500" anchor="ctr">
                    <a:lnB w="12700" cap="flat" cmpd="sng" algn="ctr">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200"/>
                        <a:buFont typeface="Arial" panose="020B0604020202020204"/>
                        <a:buNone/>
                      </a:pPr>
                      <a:r>
                        <a:rPr lang="en-US" sz="1200" b="1" u="none" strike="noStrike" cap="none">
                          <a:latin typeface="Times New Roman" panose="02020603050405020304"/>
                          <a:ea typeface="Times New Roman" panose="02020603050405020304"/>
                          <a:cs typeface="Times New Roman" panose="02020603050405020304"/>
                          <a:sym typeface="Times New Roman" panose="02020603050405020304"/>
                        </a:rPr>
                        <a:t>Objective</a:t>
                      </a:r>
                      <a:endParaRPr sz="1200" b="1"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3500" marR="63500" marT="63500" marB="63500" anchor="ctr">
                    <a:lnB w="12700" cap="flat" cmpd="sng" algn="ctr">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200"/>
                        <a:buFont typeface="Arial" panose="020B0604020202020204"/>
                        <a:buNone/>
                      </a:pPr>
                      <a:r>
                        <a:rPr lang="en-US" sz="1200" b="1" u="none" strike="noStrike" cap="none">
                          <a:latin typeface="Times New Roman" panose="02020603050405020304"/>
                          <a:ea typeface="Times New Roman" panose="02020603050405020304"/>
                          <a:cs typeface="Times New Roman" panose="02020603050405020304"/>
                          <a:sym typeface="Times New Roman" panose="02020603050405020304"/>
                        </a:rPr>
                        <a:t>Methodology</a:t>
                      </a:r>
                      <a:endParaRPr sz="1200" b="1"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3500" marR="63500" marT="63500" marB="63500" anchor="ctr">
                    <a:lnB w="12700" cap="flat" cmpd="sng" algn="ctr">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200"/>
                        <a:buFont typeface="Arial" panose="020B0604020202020204"/>
                        <a:buNone/>
                      </a:pPr>
                      <a:r>
                        <a:rPr lang="en-US" sz="1200" b="1" u="none" strike="noStrike" cap="none">
                          <a:latin typeface="Times New Roman" panose="02020603050405020304"/>
                          <a:ea typeface="Times New Roman" panose="02020603050405020304"/>
                          <a:cs typeface="Times New Roman" panose="02020603050405020304"/>
                          <a:sym typeface="Times New Roman" panose="02020603050405020304"/>
                        </a:rPr>
                        <a:t>Limitation</a:t>
                      </a:r>
                      <a:endParaRPr sz="1200" b="1"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3500" marR="63500" marT="63500" marB="63500" anchor="ctr">
                    <a:lnB w="127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1419469">
                <a:tc>
                  <a:txBody>
                    <a:bodyPr/>
                    <a:lstStyle/>
                    <a:p>
                      <a:pPr marL="0" marR="0">
                        <a:buNone/>
                      </a:pPr>
                      <a:r>
                        <a:rPr lang="en-IN"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IEEE</a:t>
                      </a: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buNone/>
                      </a:pPr>
                      <a:r>
                        <a:rPr lang="en-IN" sz="1200" dirty="0">
                          <a:latin typeface="Times New Roman" panose="02020603050405020304" pitchFamily="18" charset="0"/>
                          <a:cs typeface="Times New Roman" panose="02020603050405020304" pitchFamily="18" charset="0"/>
                        </a:rPr>
                        <a:t>Iqra Ameer, </a:t>
                      </a:r>
                      <a:r>
                        <a:rPr lang="en-IN" sz="1200" dirty="0" err="1">
                          <a:latin typeface="Times New Roman" panose="02020603050405020304" pitchFamily="18" charset="0"/>
                          <a:cs typeface="Times New Roman" panose="02020603050405020304" pitchFamily="18" charset="0"/>
                        </a:rPr>
                        <a:t>Necva</a:t>
                      </a:r>
                      <a:r>
                        <a:rPr lang="en-IN" sz="1200" dirty="0">
                          <a:latin typeface="Times New Roman" panose="02020603050405020304" pitchFamily="18" charset="0"/>
                          <a:cs typeface="Times New Roman" panose="02020603050405020304" pitchFamily="18" charset="0"/>
                        </a:rPr>
                        <a:t>, Grigori Sidorov, Burcu Can </a:t>
                      </a: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buNone/>
                      </a:pPr>
                      <a:r>
                        <a:rPr lang="en-IN" sz="1200" dirty="0">
                          <a:latin typeface="Times New Roman" panose="02020603050405020304" pitchFamily="18" charset="0"/>
                          <a:cs typeface="Times New Roman" panose="02020603050405020304" pitchFamily="18" charset="0"/>
                        </a:rPr>
                        <a:t>2023 </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buNone/>
                      </a:pPr>
                      <a:r>
                        <a:rPr lang="en-US" sz="1200" dirty="0">
                          <a:latin typeface="Times New Roman" panose="02020603050405020304" pitchFamily="18" charset="0"/>
                          <a:cs typeface="Times New Roman" panose="02020603050405020304" pitchFamily="18" charset="0"/>
                        </a:rPr>
                        <a:t>Emotion Classification in Texts Over Graph Neural Networks: Semantic Representation is Better Than Syntactic</a:t>
                      </a: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buNone/>
                      </a:pPr>
                      <a:r>
                        <a:rPr lang="en-US" sz="1200" dirty="0">
                          <a:latin typeface="Times New Roman" panose="02020603050405020304" pitchFamily="18" charset="0"/>
                          <a:cs typeface="Times New Roman" panose="02020603050405020304" pitchFamily="18" charset="0"/>
                        </a:rPr>
                        <a:t>Test if semantic graphs out perform syntactic ones for emotion classification</a:t>
                      </a: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buNone/>
                      </a:pPr>
                      <a:r>
                        <a:rPr lang="en-US" sz="1200" dirty="0">
                          <a:latin typeface="Times New Roman" panose="02020603050405020304" pitchFamily="18" charset="0"/>
                          <a:cs typeface="Times New Roman" panose="02020603050405020304" pitchFamily="18" charset="0"/>
                        </a:rPr>
                        <a:t>Used GNNs with both semantic and syntactic text structures and compared results</a:t>
                      </a: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Evaluated on</a:t>
                      </a:r>
                    </a:p>
                    <a:p>
                      <a:pPr marL="0" marR="0">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limited</a:t>
                      </a:r>
                    </a:p>
                    <a:p>
                      <a:pPr marL="0" marR="0">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datasets.</a:t>
                      </a: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117003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en-IN" sz="1200" dirty="0">
                          <a:latin typeface="Times New Roman" panose="02020603050405020304" pitchFamily="18" charset="0"/>
                          <a:cs typeface="Times New Roman" panose="02020603050405020304" pitchFamily="18" charset="0"/>
                        </a:rPr>
                        <a:t>Research Gate </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buNone/>
                      </a:pP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T w="12700" cap="flat" cmpd="sng" algn="ctr">
                      <a:solidFill>
                        <a:schemeClr val="lt1"/>
                      </a:solidFill>
                      <a:prstDash val="solid"/>
                      <a:round/>
                      <a:headEnd type="none" w="sm" len="sm"/>
                      <a:tailEnd type="none" w="sm" len="sm"/>
                    </a:lnT>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en-IN" sz="1200" dirty="0">
                          <a:latin typeface="Times New Roman" panose="02020603050405020304" pitchFamily="18" charset="0"/>
                          <a:cs typeface="Times New Roman" panose="02020603050405020304" pitchFamily="18" charset="0"/>
                        </a:rPr>
                        <a:t>Barkha, Tushar </a:t>
                      </a:r>
                      <a:r>
                        <a:rPr lang="en-IN" sz="1200" dirty="0" err="1">
                          <a:latin typeface="Times New Roman" panose="02020603050405020304" pitchFamily="18" charset="0"/>
                          <a:cs typeface="Times New Roman" panose="02020603050405020304" pitchFamily="18" charset="0"/>
                        </a:rPr>
                        <a:t>Kanjwani</a:t>
                      </a:r>
                      <a:r>
                        <a:rPr lang="en-IN" sz="1200" dirty="0">
                          <a:latin typeface="Times New Roman" panose="02020603050405020304" pitchFamily="18" charset="0"/>
                          <a:cs typeface="Times New Roman" panose="02020603050405020304" pitchFamily="18" charset="0"/>
                        </a:rPr>
                        <a:t>, Shahzad Nasim, Arslan Ahmed</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buNone/>
                      </a:pP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a:lnT w="12700" cap="flat" cmpd="sng" algn="ctr">
                      <a:solidFill>
                        <a:schemeClr val="lt1"/>
                      </a:solidFill>
                      <a:prstDash val="solid"/>
                      <a:round/>
                      <a:headEnd type="none" w="sm" len="sm"/>
                      <a:tailEnd type="none" w="sm" len="sm"/>
                    </a:lnT>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en-IN" sz="1200" dirty="0">
                          <a:latin typeface="Times New Roman" panose="02020603050405020304" pitchFamily="18" charset="0"/>
                          <a:cs typeface="Times New Roman" panose="02020603050405020304" pitchFamily="18" charset="0"/>
                        </a:rPr>
                        <a:t>2025 </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buNone/>
                      </a:pP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buNone/>
                      </a:pP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T w="12700" cap="flat" cmpd="sng" algn="ctr">
                      <a:solidFill>
                        <a:schemeClr val="lt1"/>
                      </a:solidFill>
                      <a:prstDash val="solid"/>
                      <a:round/>
                      <a:headEnd type="none" w="sm" len="sm"/>
                      <a:tailEnd type="none" w="sm" len="sm"/>
                    </a:lnT>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en-US" sz="1200" dirty="0">
                          <a:latin typeface="Times New Roman" panose="02020603050405020304" pitchFamily="18" charset="0"/>
                          <a:cs typeface="Times New Roman" panose="02020603050405020304" pitchFamily="18" charset="0"/>
                        </a:rPr>
                        <a:t>Comparative Analysis of </a:t>
                      </a:r>
                      <a:r>
                        <a:rPr lang="en-US" sz="1200" dirty="0" err="1">
                          <a:latin typeface="Times New Roman" panose="02020603050405020304" pitchFamily="18" charset="0"/>
                          <a:cs typeface="Times New Roman" panose="02020603050405020304" pitchFamily="18" charset="0"/>
                        </a:rPr>
                        <a:t>DistilBERT</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XLNet</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RoBERTa</a:t>
                      </a:r>
                      <a:r>
                        <a:rPr lang="en-US" sz="1200" dirty="0">
                          <a:latin typeface="Times New Roman" panose="02020603050405020304" pitchFamily="18" charset="0"/>
                          <a:cs typeface="Times New Roman" panose="02020603050405020304" pitchFamily="18" charset="0"/>
                        </a:rPr>
                        <a:t>, and </a:t>
                      </a:r>
                      <a:r>
                        <a:rPr lang="en-US" sz="1200" dirty="0" err="1">
                          <a:latin typeface="Times New Roman" panose="02020603050405020304" pitchFamily="18" charset="0"/>
                          <a:cs typeface="Times New Roman" panose="02020603050405020304" pitchFamily="18" charset="0"/>
                        </a:rPr>
                        <a:t>BigBird</a:t>
                      </a:r>
                      <a:r>
                        <a:rPr lang="en-US" sz="1200" dirty="0">
                          <a:latin typeface="Times New Roman" panose="02020603050405020304" pitchFamily="18" charset="0"/>
                          <a:cs typeface="Times New Roman" panose="02020603050405020304" pitchFamily="18" charset="0"/>
                        </a:rPr>
                        <a:t> for Emotion Detection in Conversational Text</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buNone/>
                      </a:pP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T w="12700" cap="flat" cmpd="sng" algn="ctr">
                      <a:solidFill>
                        <a:schemeClr val="lt1"/>
                      </a:solidFill>
                      <a:prstDash val="solid"/>
                      <a:round/>
                      <a:headEnd type="none" w="sm" len="sm"/>
                      <a:tailEnd type="none" w="sm" len="sm"/>
                    </a:lnT>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en-US" sz="1200" dirty="0">
                          <a:latin typeface="Times New Roman" panose="02020603050405020304" pitchFamily="18" charset="0"/>
                          <a:cs typeface="Times New Roman" panose="02020603050405020304" pitchFamily="18" charset="0"/>
                        </a:rPr>
                        <a:t>To compare transformer models for emotion detection in dialogues</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buNone/>
                      </a:pP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T w="12700" cap="flat" cmpd="sng" algn="ctr">
                      <a:solidFill>
                        <a:schemeClr val="lt1"/>
                      </a:solidFill>
                      <a:prstDash val="solid"/>
                      <a:round/>
                      <a:headEnd type="none" w="sm" len="sm"/>
                      <a:tailEnd type="none" w="sm" len="sm"/>
                    </a:lnT>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en-US" sz="1200" dirty="0">
                          <a:latin typeface="Times New Roman" panose="02020603050405020304" pitchFamily="18" charset="0"/>
                          <a:cs typeface="Times New Roman" panose="02020603050405020304" pitchFamily="18" charset="0"/>
                        </a:rPr>
                        <a:t>Fine-tuned </a:t>
                      </a:r>
                      <a:r>
                        <a:rPr lang="en-US" sz="1200" dirty="0" err="1">
                          <a:latin typeface="Times New Roman" panose="02020603050405020304" pitchFamily="18" charset="0"/>
                          <a:cs typeface="Times New Roman" panose="02020603050405020304" pitchFamily="18" charset="0"/>
                        </a:rPr>
                        <a:t>DistilBERT</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XLNet</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RoBERTa</a:t>
                      </a:r>
                      <a:r>
                        <a:rPr lang="en-US" sz="1200" dirty="0">
                          <a:latin typeface="Times New Roman" panose="02020603050405020304" pitchFamily="18" charset="0"/>
                          <a:cs typeface="Times New Roman" panose="02020603050405020304" pitchFamily="18" charset="0"/>
                        </a:rPr>
                        <a:t>, and </a:t>
                      </a:r>
                      <a:r>
                        <a:rPr lang="en-US" sz="1200" dirty="0" err="1">
                          <a:latin typeface="Times New Roman" panose="02020603050405020304" pitchFamily="18" charset="0"/>
                          <a:cs typeface="Times New Roman" panose="02020603050405020304" pitchFamily="18" charset="0"/>
                        </a:rPr>
                        <a:t>BigBird</a:t>
                      </a:r>
                      <a:r>
                        <a:rPr lang="en-US" sz="1200" dirty="0">
                          <a:latin typeface="Times New Roman" panose="02020603050405020304" pitchFamily="18" charset="0"/>
                          <a:cs typeface="Times New Roman" panose="02020603050405020304" pitchFamily="18" charset="0"/>
                        </a:rPr>
                        <a:t> on conversational datasets and evaluated with standard metrics</a:t>
                      </a: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buNone/>
                      </a:pP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T w="12700" cap="flat" cmpd="sng" algn="ctr">
                      <a:solidFill>
                        <a:schemeClr val="lt1"/>
                      </a:solidFill>
                      <a:prstDash val="solid"/>
                      <a:round/>
                      <a:headEnd type="none" w="sm" len="sm"/>
                      <a:tailEnd type="none" w="sm" len="sm"/>
                    </a:lnT>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en-US" sz="1200" dirty="0">
                          <a:latin typeface="Times New Roman" panose="02020603050405020304" pitchFamily="18" charset="0"/>
                          <a:cs typeface="Times New Roman" panose="02020603050405020304" pitchFamily="18" charset="0"/>
                        </a:rPr>
                        <a:t>While the study benchmarks multiple transformer models, it does not consider computational efficiency</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buNone/>
                      </a:pP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T w="12700" cap="flat" cmpd="sng" algn="ctr">
                      <a:solidFill>
                        <a:schemeClr val="lt1"/>
                      </a:solidFill>
                      <a:prstDash val="solid"/>
                      <a:round/>
                      <a:headEnd type="none" w="sm" len="sm"/>
                      <a:tailEnd type="none" w="sm" len="sm"/>
                    </a:lnT>
                  </a:tcPr>
                </a:tc>
                <a:extLst>
                  <a:ext uri="{0D108BD9-81ED-4DB2-BD59-A6C34878D82A}">
                    <a16:rowId xmlns:a16="http://schemas.microsoft.com/office/drawing/2014/main" val="10002"/>
                  </a:ext>
                </a:extLst>
              </a:tr>
              <a:tr h="914400">
                <a:tc>
                  <a:txBody>
                    <a:bodyPr/>
                    <a:lstStyle/>
                    <a:p>
                      <a:pPr marL="0" marR="0">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IEEE</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tc>
                <a:tc>
                  <a:txBody>
                    <a:bodyPr/>
                    <a:lstStyle/>
                    <a:p>
                      <a:pPr marL="0" marR="0" algn="just">
                        <a:buNone/>
                      </a:pPr>
                      <a:r>
                        <a:rPr lang="en-IN" sz="1200" dirty="0">
                          <a:latin typeface="Times New Roman" panose="02020603050405020304" pitchFamily="18" charset="0"/>
                          <a:cs typeface="Times New Roman" panose="02020603050405020304" pitchFamily="18" charset="0"/>
                        </a:rPr>
                        <a:t>Fahim Anzum, Mariana L.G, </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a:tc>
                <a:tc>
                  <a:txBody>
                    <a:bodyPr/>
                    <a:lstStyle/>
                    <a:p>
                      <a:pPr marL="0" marR="0">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2023</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tc>
                <a:tc>
                  <a:txBody>
                    <a:bodyPr/>
                    <a:lstStyle/>
                    <a:p>
                      <a:pPr marL="0" marR="0">
                        <a:buNone/>
                      </a:pPr>
                      <a:r>
                        <a:rPr lang="en-US" sz="1200" dirty="0">
                          <a:latin typeface="Times New Roman" panose="02020603050405020304" pitchFamily="18" charset="0"/>
                          <a:cs typeface="Times New Roman" panose="02020603050405020304" pitchFamily="18" charset="0"/>
                        </a:rPr>
                        <a:t>Emotion Detection From </a:t>
                      </a:r>
                      <a:r>
                        <a:rPr lang="en-US" sz="1200" dirty="0" err="1">
                          <a:latin typeface="Times New Roman" panose="02020603050405020304" pitchFamily="18" charset="0"/>
                          <a:cs typeface="Times New Roman" panose="02020603050405020304" pitchFamily="18" charset="0"/>
                        </a:rPr>
                        <a:t>MicroBlogs</a:t>
                      </a:r>
                      <a:r>
                        <a:rPr lang="en-US" sz="1200" dirty="0">
                          <a:latin typeface="Times New Roman" panose="02020603050405020304" pitchFamily="18" charset="0"/>
                          <a:cs typeface="Times New Roman" panose="02020603050405020304" pitchFamily="18" charset="0"/>
                        </a:rPr>
                        <a:t> Using Novel Input Representation </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tc>
                <a:tc>
                  <a:txBody>
                    <a:bodyPr/>
                    <a:lstStyle/>
                    <a:p>
                      <a:pPr marL="0" marR="0">
                        <a:buNone/>
                      </a:pPr>
                      <a:r>
                        <a:rPr lang="en-US" sz="1200" dirty="0">
                          <a:latin typeface="Times New Roman" panose="02020603050405020304" pitchFamily="18" charset="0"/>
                          <a:cs typeface="Times New Roman" panose="02020603050405020304" pitchFamily="18" charset="0"/>
                        </a:rPr>
                        <a:t>To improve emotion detection in short, noisy microblogs.</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tc>
                <a:tc>
                  <a:txBody>
                    <a:bodyPr/>
                    <a:lstStyle/>
                    <a:p>
                      <a:pPr marL="0" marR="0">
                        <a:buNone/>
                      </a:pPr>
                      <a:r>
                        <a:rPr lang="en-US" sz="1200" dirty="0">
                          <a:latin typeface="Times New Roman" panose="02020603050405020304" pitchFamily="18" charset="0"/>
                          <a:cs typeface="Times New Roman" panose="02020603050405020304" pitchFamily="18" charset="0"/>
                        </a:rPr>
                        <a:t>Proposed a new input encoding for micro-blogs and tested with ML classifiers.</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tc>
                <a:tc>
                  <a:txBody>
                    <a:bodyPr/>
                    <a:lstStyle/>
                    <a:p>
                      <a:pPr marL="0" marR="0">
                        <a:buNone/>
                      </a:pPr>
                      <a:r>
                        <a:rPr lang="en-US" sz="1200" dirty="0">
                          <a:latin typeface="Times New Roman" panose="02020603050405020304" pitchFamily="18" charset="0"/>
                          <a:cs typeface="Times New Roman" panose="02020603050405020304" pitchFamily="18" charset="0"/>
                        </a:rPr>
                        <a:t>Informal text reduces accuracy; results not generalized to other platforms</a:t>
                      </a: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10003"/>
                  </a:ext>
                </a:extLst>
              </a:tr>
              <a:tr h="1363252">
                <a:tc>
                  <a:txBody>
                    <a:bodyPr/>
                    <a:lstStyle/>
                    <a:p>
                      <a:pPr marL="0" marR="0">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IEEE</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B w="12700" cap="flat" cmpd="sng">
                      <a:solidFill>
                        <a:schemeClr val="lt1"/>
                      </a:solidFill>
                      <a:prstDash val="solid"/>
                      <a:round/>
                      <a:headEnd type="none" w="sm" len="sm"/>
                      <a:tailEnd type="none" w="sm" len="sm"/>
                    </a:lnB>
                  </a:tcPr>
                </a:tc>
                <a:tc>
                  <a:txBody>
                    <a:bodyPr/>
                    <a:lstStyle/>
                    <a:p>
                      <a:pPr marL="0" marR="0">
                        <a:buNone/>
                      </a:pPr>
                      <a:r>
                        <a:rPr lang="en-IN" sz="1200" dirty="0" err="1">
                          <a:latin typeface="Times New Roman" panose="02020603050405020304" pitchFamily="18" charset="0"/>
                          <a:cs typeface="Times New Roman" panose="02020603050405020304" pitchFamily="18" charset="0"/>
                        </a:rPr>
                        <a:t>Buchepal</a:t>
                      </a:r>
                      <a:r>
                        <a:rPr lang="en-IN" sz="1200" dirty="0">
                          <a:latin typeface="Times New Roman" panose="02020603050405020304" pitchFamily="18" charset="0"/>
                          <a:cs typeface="Times New Roman" panose="02020603050405020304" pitchFamily="18" charset="0"/>
                        </a:rPr>
                        <a:t> Li Pranee Th , Mohana , Eshitha </a:t>
                      </a:r>
                      <a:r>
                        <a:rPr lang="en-IN" sz="1200" dirty="0" err="1">
                          <a:latin typeface="Times New Roman" panose="02020603050405020304" pitchFamily="18" charset="0"/>
                          <a:cs typeface="Times New Roman" panose="02020603050405020304" pitchFamily="18" charset="0"/>
                        </a:rPr>
                        <a:t>Chowdar</a:t>
                      </a:r>
                      <a:r>
                        <a:rPr lang="en-IN" sz="1200" dirty="0">
                          <a:latin typeface="Times New Roman" panose="02020603050405020304" pitchFamily="18" charset="0"/>
                          <a:cs typeface="Times New Roman" panose="02020603050405020304" pitchFamily="18" charset="0"/>
                        </a:rPr>
                        <a:t> Y </a:t>
                      </a:r>
                      <a:r>
                        <a:rPr lang="en-IN" sz="1200" dirty="0" err="1">
                          <a:latin typeface="Times New Roman" panose="02020603050405020304" pitchFamily="18" charset="0"/>
                          <a:cs typeface="Times New Roman" panose="02020603050405020304" pitchFamily="18" charset="0"/>
                        </a:rPr>
                        <a:t>Nattem</a:t>
                      </a:r>
                      <a:r>
                        <a:rPr lang="en-IN" sz="1200" dirty="0">
                          <a:latin typeface="Times New Roman" panose="02020603050405020304" pitchFamily="18" charset="0"/>
                          <a:cs typeface="Times New Roman" panose="02020603050405020304" pitchFamily="18" charset="0"/>
                        </a:rPr>
                        <a:t> ,Kamala J Etti , B. K. </a:t>
                      </a:r>
                      <a:r>
                        <a:rPr lang="en-IN" sz="1200" dirty="0" err="1">
                          <a:latin typeface="Times New Roman" panose="02020603050405020304" pitchFamily="18" charset="0"/>
                          <a:cs typeface="Times New Roman" panose="02020603050405020304" pitchFamily="18" charset="0"/>
                        </a:rPr>
                        <a:t>Kavyash</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B w="12700" cap="flat" cmpd="sng">
                      <a:solidFill>
                        <a:schemeClr val="lt1"/>
                      </a:solidFill>
                      <a:prstDash val="solid"/>
                      <a:round/>
                      <a:headEnd type="none" w="sm" len="sm"/>
                      <a:tailEnd type="none" w="sm" len="sm"/>
                    </a:lnB>
                  </a:tcPr>
                </a:tc>
                <a:tc>
                  <a:txBody>
                    <a:bodyPr/>
                    <a:lstStyle/>
                    <a:p>
                      <a:pPr marL="0" marR="0">
                        <a:buNone/>
                      </a:pPr>
                      <a:r>
                        <a:rPr lang="en-IN"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2025</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a:lnB w="12700" cap="flat" cmpd="sng">
                      <a:solidFill>
                        <a:schemeClr val="lt1"/>
                      </a:solidFill>
                      <a:prstDash val="solid"/>
                      <a:round/>
                      <a:headEnd type="none" w="sm" len="sm"/>
                      <a:tailEnd type="none" w="sm" len="sm"/>
                    </a:lnB>
                  </a:tcPr>
                </a:tc>
                <a:tc>
                  <a:txBody>
                    <a:bodyPr/>
                    <a:lstStyle/>
                    <a:p>
                      <a:pPr marL="0" marR="0">
                        <a:buNone/>
                      </a:pPr>
                      <a:r>
                        <a:rPr lang="en-US" sz="1200" dirty="0">
                          <a:latin typeface="Times New Roman" panose="02020603050405020304" pitchFamily="18" charset="0"/>
                          <a:cs typeface="Times New Roman" panose="02020603050405020304" pitchFamily="18" charset="0"/>
                        </a:rPr>
                        <a:t>Optimization of Customer Feedback Summarization Using Large Language Models (LLM) and Advanced Retrieval </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B w="12700" cap="flat" cmpd="sng">
                      <a:solidFill>
                        <a:schemeClr val="lt1"/>
                      </a:solidFill>
                      <a:prstDash val="solid"/>
                      <a:round/>
                      <a:headEnd type="none" w="sm" len="sm"/>
                      <a:tailEnd type="none" w="sm" len="sm"/>
                    </a:lnB>
                  </a:tcPr>
                </a:tc>
                <a:tc>
                  <a:txBody>
                    <a:bodyPr/>
                    <a:lstStyle/>
                    <a:p>
                      <a:pPr marL="0" marR="0">
                        <a:buNone/>
                      </a:pPr>
                      <a:r>
                        <a:rPr lang="en-US" sz="1200" dirty="0">
                          <a:latin typeface="Times New Roman" panose="02020603050405020304" pitchFamily="18" charset="0"/>
                          <a:cs typeface="Times New Roman" panose="02020603050405020304" pitchFamily="18" charset="0"/>
                        </a:rPr>
                        <a:t>To create a n LLM based system that can summarize and answer queries from large sets of customer feedback.</a:t>
                      </a: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B w="12700" cap="flat" cmpd="sng">
                      <a:solidFill>
                        <a:schemeClr val="lt1"/>
                      </a:solidFill>
                      <a:prstDash val="solid"/>
                      <a:round/>
                      <a:headEnd type="none" w="sm" len="sm"/>
                      <a:tailEnd type="none" w="sm" len="sm"/>
                    </a:lnB>
                  </a:tcPr>
                </a:tc>
                <a:tc>
                  <a:txBody>
                    <a:bodyPr/>
                    <a:lstStyle/>
                    <a:p>
                      <a:pPr marL="0" marR="0">
                        <a:buNone/>
                      </a:pPr>
                      <a:r>
                        <a:rPr lang="en-IN" sz="1200" dirty="0">
                          <a:latin typeface="Times New Roman" panose="02020603050405020304" pitchFamily="18" charset="0"/>
                          <a:cs typeface="Times New Roman" panose="02020603050405020304" pitchFamily="18" charset="0"/>
                        </a:rPr>
                        <a:t>Used hierarchical chunking, retrieval augmented generation and multi - hop refinement with </a:t>
                      </a:r>
                      <a:r>
                        <a:rPr lang="en-IN" sz="1200" dirty="0" err="1">
                          <a:latin typeface="Times New Roman" panose="02020603050405020304" pitchFamily="18" charset="0"/>
                          <a:cs typeface="Times New Roman" panose="02020603050405020304" pitchFamily="18" charset="0"/>
                        </a:rPr>
                        <a:t>DSPy</a:t>
                      </a:r>
                      <a:r>
                        <a:rPr lang="en-IN" sz="1200" dirty="0">
                          <a:latin typeface="Times New Roman" panose="02020603050405020304" pitchFamily="18" charset="0"/>
                          <a:cs typeface="Times New Roman" panose="02020603050405020304" pitchFamily="18" charset="0"/>
                        </a:rPr>
                        <a:t>; test ed on LLaMA3, GPT-3.5 </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B w="12700" cap="flat" cmpd="sng">
                      <a:solidFill>
                        <a:schemeClr val="lt1"/>
                      </a:solidFill>
                      <a:prstDash val="solid"/>
                      <a:round/>
                      <a:headEnd type="none" w="sm" len="sm"/>
                      <a:tailEnd type="none" w="sm" len="sm"/>
                    </a:lnB>
                  </a:tcPr>
                </a:tc>
                <a:tc>
                  <a:txBody>
                    <a:bodyPr/>
                    <a:lstStyle/>
                    <a:p>
                      <a:pPr marL="0" marR="0">
                        <a:buNone/>
                      </a:pPr>
                      <a:r>
                        <a:rPr lang="en-US" sz="1200" dirty="0">
                          <a:latin typeface="Times New Roman" panose="02020603050405020304" pitchFamily="18" charset="0"/>
                          <a:cs typeface="Times New Roman" panose="02020603050405020304" pitchFamily="18" charset="0"/>
                        </a:rPr>
                        <a:t>Relies on synthetic customer data (not real world); needs high computation; query expansion may add noise. </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259030139"/>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8"/>
          <p:cNvSpPr txBox="1"/>
          <p:nvPr/>
        </p:nvSpPr>
        <p:spPr>
          <a:xfrm>
            <a:off x="1485900" y="188640"/>
            <a:ext cx="10487217" cy="72008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0" rIns="91425" bIns="45700" anchor="ctr" anchorCtr="0">
            <a:noAutofit/>
          </a:bodyPr>
          <a:lstStyle/>
          <a:p>
            <a:pPr marL="0" marR="0" lvl="0" indent="0" algn="l" rtl="0">
              <a:lnSpc>
                <a:spcPct val="100000"/>
              </a:lnSpc>
              <a:spcBef>
                <a:spcPts val="0"/>
              </a:spcBef>
              <a:spcAft>
                <a:spcPts val="0"/>
              </a:spcAft>
              <a:buClr>
                <a:srgbClr val="922122"/>
              </a:buClr>
              <a:buSzPts val="4800"/>
              <a:buFont typeface="Times New Roman" panose="02020603050405020304"/>
              <a:buNone/>
            </a:pPr>
            <a:r>
              <a:rPr lang="en-US" sz="4800" b="0" i="0" u="none" strike="noStrike" cap="small" dirty="0">
                <a:solidFill>
                  <a:schemeClr val="tx1"/>
                </a:solidFill>
                <a:latin typeface="Times New Roman" panose="02020603050405020304"/>
                <a:ea typeface="Times New Roman" panose="02020603050405020304"/>
                <a:cs typeface="Times New Roman" panose="02020603050405020304"/>
                <a:sym typeface="Times New Roman" panose="02020603050405020304"/>
              </a:rPr>
              <a:t>Literature Review</a:t>
            </a:r>
            <a:endParaRPr sz="1400" b="0" i="0" u="none" strike="noStrike" cap="none" dirty="0">
              <a:solidFill>
                <a:schemeClr val="tx1"/>
              </a:solidFill>
              <a:latin typeface="Arial" panose="020B0604020202020204"/>
              <a:ea typeface="Arial" panose="020B0604020202020204"/>
              <a:cs typeface="Arial" panose="020B0604020202020204"/>
              <a:sym typeface="Arial" panose="020B0604020202020204"/>
            </a:endParaRPr>
          </a:p>
        </p:txBody>
      </p:sp>
      <p:sp>
        <p:nvSpPr>
          <p:cNvPr id="161" name="Google Shape;161;p8"/>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8</a:t>
            </a:fld>
            <a:endParaRPr lang="en-US"/>
          </a:p>
        </p:txBody>
      </p:sp>
      <p:graphicFrame>
        <p:nvGraphicFramePr>
          <p:cNvPr id="162" name="Google Shape;162;p8"/>
          <p:cNvGraphicFramePr/>
          <p:nvPr>
            <p:extLst>
              <p:ext uri="{D42A27DB-BD31-4B8C-83A1-F6EECF244321}">
                <p14:modId xmlns:p14="http://schemas.microsoft.com/office/powerpoint/2010/main" val="1913907957"/>
              </p:ext>
            </p:extLst>
          </p:nvPr>
        </p:nvGraphicFramePr>
        <p:xfrm>
          <a:off x="1485900" y="950665"/>
          <a:ext cx="10487216" cy="5875195"/>
        </p:xfrm>
        <a:graphic>
          <a:graphicData uri="http://schemas.openxmlformats.org/drawingml/2006/table">
            <a:tbl>
              <a:tblPr>
                <a:noFill/>
                <a:tableStyleId>{E03D46B1-7A9E-409F-B616-10CFBBF69FDA}</a:tableStyleId>
              </a:tblPr>
              <a:tblGrid>
                <a:gridCol w="1481418">
                  <a:extLst>
                    <a:ext uri="{9D8B030D-6E8A-4147-A177-3AD203B41FA5}">
                      <a16:colId xmlns:a16="http://schemas.microsoft.com/office/drawing/2014/main" val="20000"/>
                    </a:ext>
                  </a:extLst>
                </a:gridCol>
                <a:gridCol w="1224543">
                  <a:extLst>
                    <a:ext uri="{9D8B030D-6E8A-4147-A177-3AD203B41FA5}">
                      <a16:colId xmlns:a16="http://schemas.microsoft.com/office/drawing/2014/main" val="20001"/>
                    </a:ext>
                  </a:extLst>
                </a:gridCol>
                <a:gridCol w="713025">
                  <a:extLst>
                    <a:ext uri="{9D8B030D-6E8A-4147-A177-3AD203B41FA5}">
                      <a16:colId xmlns:a16="http://schemas.microsoft.com/office/drawing/2014/main" val="20002"/>
                    </a:ext>
                  </a:extLst>
                </a:gridCol>
                <a:gridCol w="2433581">
                  <a:extLst>
                    <a:ext uri="{9D8B030D-6E8A-4147-A177-3AD203B41FA5}">
                      <a16:colId xmlns:a16="http://schemas.microsoft.com/office/drawing/2014/main" val="20003"/>
                    </a:ext>
                  </a:extLst>
                </a:gridCol>
                <a:gridCol w="1457059">
                  <a:extLst>
                    <a:ext uri="{9D8B030D-6E8A-4147-A177-3AD203B41FA5}">
                      <a16:colId xmlns:a16="http://schemas.microsoft.com/office/drawing/2014/main" val="20004"/>
                    </a:ext>
                  </a:extLst>
                </a:gridCol>
                <a:gridCol w="1643061">
                  <a:extLst>
                    <a:ext uri="{9D8B030D-6E8A-4147-A177-3AD203B41FA5}">
                      <a16:colId xmlns:a16="http://schemas.microsoft.com/office/drawing/2014/main" val="20005"/>
                    </a:ext>
                  </a:extLst>
                </a:gridCol>
                <a:gridCol w="1534529">
                  <a:extLst>
                    <a:ext uri="{9D8B030D-6E8A-4147-A177-3AD203B41FA5}">
                      <a16:colId xmlns:a16="http://schemas.microsoft.com/office/drawing/2014/main" val="20006"/>
                    </a:ext>
                  </a:extLst>
                </a:gridCol>
              </a:tblGrid>
              <a:tr h="1713847">
                <a:tc>
                  <a:txBody>
                    <a:bodyPr/>
                    <a:lstStyle/>
                    <a:p>
                      <a:pPr marL="0" marR="0" algn="jus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IEEE</a:t>
                      </a:r>
                      <a:endParaRPr lang="en-US" sz="120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IN" sz="1200" dirty="0">
                          <a:latin typeface="Times New Roman" panose="02020603050405020304" pitchFamily="18" charset="0"/>
                          <a:cs typeface="Times New Roman" panose="02020603050405020304" pitchFamily="18" charset="0"/>
                        </a:rPr>
                        <a:t>Bilal Khan, Muhammad Usman, Inayat Khan, Jawad Khan, Dildar Hussain, Yeong Hyeon Gu</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2025</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US" sz="1200" dirty="0" err="1">
                          <a:latin typeface="Times New Roman" panose="02020603050405020304" pitchFamily="18" charset="0"/>
                          <a:cs typeface="Times New Roman" panose="02020603050405020304" pitchFamily="18" charset="0"/>
                        </a:rPr>
                        <a:t>NextGeneration</a:t>
                      </a:r>
                      <a:r>
                        <a:rPr lang="en-US" sz="1200" dirty="0">
                          <a:latin typeface="Times New Roman" panose="02020603050405020304" pitchFamily="18" charset="0"/>
                          <a:cs typeface="Times New Roman" panose="02020603050405020304" pitchFamily="18" charset="0"/>
                        </a:rPr>
                        <a:t> Text Summarization : A T5-LSTM </a:t>
                      </a:r>
                      <a:r>
                        <a:rPr lang="en-US" sz="1200" dirty="0" err="1">
                          <a:latin typeface="Times New Roman" panose="02020603050405020304" pitchFamily="18" charset="0"/>
                          <a:cs typeface="Times New Roman" panose="02020603050405020304" pitchFamily="18" charset="0"/>
                        </a:rPr>
                        <a:t>FusionNet</a:t>
                      </a:r>
                      <a:r>
                        <a:rPr lang="en-US" sz="1200" dirty="0">
                          <a:latin typeface="Times New Roman" panose="02020603050405020304" pitchFamily="18" charset="0"/>
                          <a:cs typeface="Times New Roman" panose="02020603050405020304" pitchFamily="18" charset="0"/>
                        </a:rPr>
                        <a:t> Hybrid Approach</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US" sz="1200" dirty="0">
                          <a:latin typeface="Times New Roman" panose="02020603050405020304" pitchFamily="18" charset="0"/>
                          <a:cs typeface="Times New Roman" panose="02020603050405020304" pitchFamily="18" charset="0"/>
                        </a:rPr>
                        <a:t>To improve abstractive text summarization, especially for complex psychological texts</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US" sz="1200" dirty="0">
                          <a:latin typeface="Times New Roman" panose="02020603050405020304" pitchFamily="18" charset="0"/>
                          <a:cs typeface="Times New Roman" panose="02020603050405020304" pitchFamily="18" charset="0"/>
                        </a:rPr>
                        <a:t>Hybrid T5- LSTM model tested against T5, BERT, </a:t>
                      </a:r>
                      <a:r>
                        <a:rPr lang="en-US" sz="1200" dirty="0" err="1">
                          <a:latin typeface="Times New Roman" panose="02020603050405020304" pitchFamily="18" charset="0"/>
                          <a:cs typeface="Times New Roman" panose="02020603050405020304" pitchFamily="18" charset="0"/>
                        </a:rPr>
                        <a:t>DistilBERT</a:t>
                      </a:r>
                      <a:r>
                        <a:rPr lang="en-US" sz="1200" dirty="0">
                          <a:latin typeface="Times New Roman" panose="02020603050405020304" pitchFamily="18" charset="0"/>
                          <a:cs typeface="Times New Roman" panose="02020603050405020304" pitchFamily="18" charset="0"/>
                        </a:rPr>
                        <a:t>, and LSTM using ROUGE and accuracy metrics..</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Needs better</a:t>
                      </a:r>
                    </a:p>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sequence</a:t>
                      </a:r>
                    </a:p>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retention; high</a:t>
                      </a:r>
                    </a:p>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computational</a:t>
                      </a:r>
                    </a:p>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cost; focused</a:t>
                      </a:r>
                    </a:p>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only on</a:t>
                      </a:r>
                    </a:p>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psychology.</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2643260">
                <a:tc>
                  <a:txBody>
                    <a:bodyPr/>
                    <a:lstStyle/>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IEEE</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s-ES" sz="1200" dirty="0">
                          <a:latin typeface="Times New Roman" panose="02020603050405020304" pitchFamily="18" charset="0"/>
                          <a:cs typeface="Times New Roman" panose="02020603050405020304" pitchFamily="18" charset="0"/>
                        </a:rPr>
                        <a:t>Alejandro de León </a:t>
                      </a:r>
                      <a:r>
                        <a:rPr lang="es-ES" sz="1200" dirty="0" err="1">
                          <a:latin typeface="Times New Roman" panose="02020603050405020304" pitchFamily="18" charset="0"/>
                          <a:cs typeface="Times New Roman" panose="02020603050405020304" pitchFamily="18" charset="0"/>
                        </a:rPr>
                        <a:t>Languré</a:t>
                      </a:r>
                      <a:r>
                        <a:rPr lang="es-ES" sz="1200" dirty="0">
                          <a:latin typeface="Times New Roman" panose="02020603050405020304" pitchFamily="18" charset="0"/>
                          <a:cs typeface="Times New Roman" panose="02020603050405020304" pitchFamily="18" charset="0"/>
                        </a:rPr>
                        <a:t> &amp; </a:t>
                      </a:r>
                      <a:r>
                        <a:rPr lang="es-ES" sz="1200" dirty="0" err="1">
                          <a:latin typeface="Times New Roman" panose="02020603050405020304" pitchFamily="18" charset="0"/>
                          <a:cs typeface="Times New Roman" panose="02020603050405020304" pitchFamily="18" charset="0"/>
                        </a:rPr>
                        <a:t>Mahdi</a:t>
                      </a:r>
                      <a:r>
                        <a:rPr lang="es-ES" sz="1200" dirty="0">
                          <a:latin typeface="Times New Roman" panose="02020603050405020304" pitchFamily="18" charset="0"/>
                          <a:cs typeface="Times New Roman" panose="02020603050405020304" pitchFamily="18" charset="0"/>
                        </a:rPr>
                        <a:t> </a:t>
                      </a:r>
                      <a:r>
                        <a:rPr lang="es-ES" sz="1200" dirty="0" err="1">
                          <a:latin typeface="Times New Roman" panose="02020603050405020304" pitchFamily="18" charset="0"/>
                          <a:cs typeface="Times New Roman" panose="02020603050405020304" pitchFamily="18" charset="0"/>
                        </a:rPr>
                        <a:t>Zareei</a:t>
                      </a:r>
                      <a:r>
                        <a:rPr lang="es-ES" sz="1200" dirty="0">
                          <a:latin typeface="Times New Roman" panose="02020603050405020304" pitchFamily="18" charset="0"/>
                          <a:cs typeface="Times New Roman" panose="02020603050405020304" pitchFamily="18" charset="0"/>
                        </a:rPr>
                        <a:t> </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2024</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US" sz="1200" dirty="0">
                          <a:latin typeface="Times New Roman" panose="02020603050405020304" pitchFamily="18" charset="0"/>
                          <a:cs typeface="Times New Roman" panose="02020603050405020304" pitchFamily="18" charset="0"/>
                        </a:rPr>
                        <a:t>Evaluating the Effect of Emotion Models on the Generalizability of Tex t Emotion Detection Systems</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US" sz="1200" dirty="0">
                          <a:latin typeface="Times New Roman" panose="02020603050405020304" pitchFamily="18" charset="0"/>
                          <a:cs typeface="Times New Roman" panose="02020603050405020304" pitchFamily="18" charset="0"/>
                        </a:rPr>
                        <a:t>To study how the choice of emotion categories (emotion models) affects how well text emotion detection systems work across different datasets </a:t>
                      </a: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To recommend books based on a user’s mood, combining ML with content-based filtering.</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US" sz="1200" dirty="0">
                          <a:latin typeface="Times New Roman" panose="02020603050405020304" pitchFamily="18" charset="0"/>
                          <a:cs typeface="Times New Roman" panose="02020603050405020304" pitchFamily="18" charset="0"/>
                        </a:rPr>
                        <a:t>Tested 3 models (Linear Regression, Neural Network, BERT) on 8 datasets; used label mapping to unify different emotion categories.</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Still poor generalization across datasets; didn’t test very advanced tuning</a:t>
                      </a:r>
                    </a:p>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or broader models</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1474028">
                <a:tc>
                  <a:txBody>
                    <a:bodyPr/>
                    <a:lstStyle/>
                    <a:p>
                      <a:pPr marL="0" marR="0" algn="just">
                        <a:buNone/>
                      </a:pPr>
                      <a:r>
                        <a:rPr lang="en-US" sz="1200" dirty="0">
                          <a:latin typeface="Times New Roman" panose="02020603050405020304" pitchFamily="18" charset="0"/>
                          <a:cs typeface="Times New Roman" panose="02020603050405020304" pitchFamily="18" charset="0"/>
                        </a:rPr>
                        <a:t>IJNRD (Inter national Journal of Novel Research and Development) </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algn="just">
                        <a:buNone/>
                      </a:pPr>
                      <a:r>
                        <a:rPr lang="en-US" sz="1200" dirty="0">
                          <a:latin typeface="Times New Roman" panose="02020603050405020304" pitchFamily="18" charset="0"/>
                          <a:cs typeface="Times New Roman" panose="02020603050405020304" pitchFamily="18" charset="0"/>
                        </a:rPr>
                        <a:t>Ms. </a:t>
                      </a:r>
                      <a:r>
                        <a:rPr lang="en-US" sz="1200" dirty="0" err="1">
                          <a:latin typeface="Times New Roman" panose="02020603050405020304" pitchFamily="18" charset="0"/>
                          <a:cs typeface="Times New Roman" panose="02020603050405020304" pitchFamily="18" charset="0"/>
                        </a:rPr>
                        <a:t>Sarwath</a:t>
                      </a:r>
                      <a:r>
                        <a:rPr lang="en-US" sz="1200" dirty="0">
                          <a:latin typeface="Times New Roman" panose="02020603050405020304" pitchFamily="18" charset="0"/>
                          <a:cs typeface="Times New Roman" panose="02020603050405020304" pitchFamily="18" charset="0"/>
                        </a:rPr>
                        <a:t> Unnisa, Akshaya N. S </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algn="just">
                        <a:buNone/>
                      </a:pPr>
                      <a:r>
                        <a:rPr lang="en-IN"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2024</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algn="just">
                        <a:buNone/>
                      </a:pPr>
                      <a:r>
                        <a:rPr lang="en-US" sz="1200" dirty="0">
                          <a:latin typeface="Times New Roman" panose="02020603050405020304" pitchFamily="18" charset="0"/>
                          <a:cs typeface="Times New Roman" panose="02020603050405020304" pitchFamily="18" charset="0"/>
                        </a:rPr>
                        <a:t>Personalized Mood Centric Book Recommendation Integrating Machine Learning with Content Based Filtering</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algn="just">
                        <a:buNone/>
                      </a:pPr>
                      <a:r>
                        <a:rPr lang="en-US" sz="1200" dirty="0">
                          <a:latin typeface="Times New Roman" panose="02020603050405020304" pitchFamily="18" charset="0"/>
                          <a:cs typeface="Times New Roman" panose="02020603050405020304" pitchFamily="18" charset="0"/>
                        </a:rPr>
                        <a:t>To recommend books-based on a user’s mood, combining ML with content-based filtering</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algn="just">
                        <a:buNone/>
                      </a:pPr>
                      <a:r>
                        <a:rPr lang="en-US" sz="1200" dirty="0">
                          <a:latin typeface="Times New Roman" panose="02020603050405020304" pitchFamily="18" charset="0"/>
                          <a:cs typeface="Times New Roman" panose="02020603050405020304" pitchFamily="18" charset="0"/>
                        </a:rPr>
                        <a:t>Used machine learning to analyze user moods/preferences and applied content-based filtering to match books accordingly.</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Limited dataset; may not adapt well to new</a:t>
                      </a:r>
                    </a:p>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users (cold start problem); only works with available book metadata</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DED84A4F-FD26-8CFE-65D0-FA8F0BBC9023}"/>
            </a:ext>
          </a:extLst>
        </p:cNvPr>
        <p:cNvGrpSpPr/>
        <p:nvPr/>
      </p:nvGrpSpPr>
      <p:grpSpPr>
        <a:xfrm>
          <a:off x="0" y="0"/>
          <a:ext cx="0" cy="0"/>
          <a:chOff x="0" y="0"/>
          <a:chExt cx="0" cy="0"/>
        </a:xfrm>
      </p:grpSpPr>
      <p:sp>
        <p:nvSpPr>
          <p:cNvPr id="160" name="Google Shape;160;p8">
            <a:extLst>
              <a:ext uri="{FF2B5EF4-FFF2-40B4-BE49-F238E27FC236}">
                <a16:creationId xmlns:a16="http://schemas.microsoft.com/office/drawing/2014/main" id="{9EACAE7D-5553-9BA3-E90B-57E4AB80FE4B}"/>
              </a:ext>
            </a:extLst>
          </p:cNvPr>
          <p:cNvSpPr txBox="1"/>
          <p:nvPr/>
        </p:nvSpPr>
        <p:spPr>
          <a:xfrm>
            <a:off x="1485900" y="188640"/>
            <a:ext cx="10468806" cy="72008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0" rIns="91425" bIns="45700" anchor="ctr" anchorCtr="0">
            <a:noAutofit/>
          </a:bodyPr>
          <a:lstStyle/>
          <a:p>
            <a:pPr marL="0" marR="0" lvl="0" indent="0" algn="l" rtl="0">
              <a:lnSpc>
                <a:spcPct val="100000"/>
              </a:lnSpc>
              <a:spcBef>
                <a:spcPts val="0"/>
              </a:spcBef>
              <a:spcAft>
                <a:spcPts val="0"/>
              </a:spcAft>
              <a:buClr>
                <a:srgbClr val="922122"/>
              </a:buClr>
              <a:buSzPts val="4800"/>
              <a:buFont typeface="Times New Roman" panose="02020603050405020304"/>
              <a:buNone/>
            </a:pPr>
            <a:r>
              <a:rPr lang="en-US" sz="4800" b="0" i="0" u="none" strike="noStrike" cap="small" dirty="0">
                <a:solidFill>
                  <a:schemeClr val="tx1"/>
                </a:solidFill>
                <a:latin typeface="Times New Roman" panose="02020603050405020304"/>
                <a:ea typeface="Times New Roman" panose="02020603050405020304"/>
                <a:cs typeface="Times New Roman" panose="02020603050405020304"/>
                <a:sym typeface="Times New Roman" panose="02020603050405020304"/>
              </a:rPr>
              <a:t>Literature Review</a:t>
            </a:r>
            <a:endParaRPr sz="1400" b="0" i="0" u="none" strike="noStrike" cap="none" dirty="0">
              <a:solidFill>
                <a:schemeClr val="tx1"/>
              </a:solidFill>
              <a:latin typeface="Arial" panose="020B0604020202020204"/>
              <a:ea typeface="Arial" panose="020B0604020202020204"/>
              <a:cs typeface="Arial" panose="020B0604020202020204"/>
              <a:sym typeface="Arial" panose="020B0604020202020204"/>
            </a:endParaRPr>
          </a:p>
        </p:txBody>
      </p:sp>
      <p:sp>
        <p:nvSpPr>
          <p:cNvPr id="161" name="Google Shape;161;p8">
            <a:extLst>
              <a:ext uri="{FF2B5EF4-FFF2-40B4-BE49-F238E27FC236}">
                <a16:creationId xmlns:a16="http://schemas.microsoft.com/office/drawing/2014/main" id="{7AA02F65-FD70-77EC-51FF-DC7B692F3483}"/>
              </a:ext>
            </a:extLst>
          </p:cNvPr>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9</a:t>
            </a:fld>
            <a:endParaRPr lang="en-US"/>
          </a:p>
        </p:txBody>
      </p:sp>
      <p:graphicFrame>
        <p:nvGraphicFramePr>
          <p:cNvPr id="162" name="Google Shape;162;p8">
            <a:extLst>
              <a:ext uri="{FF2B5EF4-FFF2-40B4-BE49-F238E27FC236}">
                <a16:creationId xmlns:a16="http://schemas.microsoft.com/office/drawing/2014/main" id="{05A43E15-3FA6-4883-5817-1AEAEDE4064F}"/>
              </a:ext>
            </a:extLst>
          </p:cNvPr>
          <p:cNvGraphicFramePr/>
          <p:nvPr>
            <p:extLst>
              <p:ext uri="{D42A27DB-BD31-4B8C-83A1-F6EECF244321}">
                <p14:modId xmlns:p14="http://schemas.microsoft.com/office/powerpoint/2010/main" val="3253683901"/>
              </p:ext>
            </p:extLst>
          </p:nvPr>
        </p:nvGraphicFramePr>
        <p:xfrm>
          <a:off x="1463040" y="1047751"/>
          <a:ext cx="10491666" cy="3544023"/>
        </p:xfrm>
        <a:graphic>
          <a:graphicData uri="http://schemas.openxmlformats.org/drawingml/2006/table">
            <a:tbl>
              <a:tblPr>
                <a:noFill/>
                <a:tableStyleId>{E03D46B1-7A9E-409F-B616-10CFBBF69FDA}</a:tableStyleId>
              </a:tblPr>
              <a:tblGrid>
                <a:gridCol w="1482048">
                  <a:extLst>
                    <a:ext uri="{9D8B030D-6E8A-4147-A177-3AD203B41FA5}">
                      <a16:colId xmlns:a16="http://schemas.microsoft.com/office/drawing/2014/main" val="20000"/>
                    </a:ext>
                  </a:extLst>
                </a:gridCol>
                <a:gridCol w="1225062">
                  <a:extLst>
                    <a:ext uri="{9D8B030D-6E8A-4147-A177-3AD203B41FA5}">
                      <a16:colId xmlns:a16="http://schemas.microsoft.com/office/drawing/2014/main" val="20001"/>
                    </a:ext>
                  </a:extLst>
                </a:gridCol>
                <a:gridCol w="713328">
                  <a:extLst>
                    <a:ext uri="{9D8B030D-6E8A-4147-A177-3AD203B41FA5}">
                      <a16:colId xmlns:a16="http://schemas.microsoft.com/office/drawing/2014/main" val="20002"/>
                    </a:ext>
                  </a:extLst>
                </a:gridCol>
                <a:gridCol w="2434614">
                  <a:extLst>
                    <a:ext uri="{9D8B030D-6E8A-4147-A177-3AD203B41FA5}">
                      <a16:colId xmlns:a16="http://schemas.microsoft.com/office/drawing/2014/main" val="20003"/>
                    </a:ext>
                  </a:extLst>
                </a:gridCol>
                <a:gridCol w="1457677">
                  <a:extLst>
                    <a:ext uri="{9D8B030D-6E8A-4147-A177-3AD203B41FA5}">
                      <a16:colId xmlns:a16="http://schemas.microsoft.com/office/drawing/2014/main" val="20004"/>
                    </a:ext>
                  </a:extLst>
                </a:gridCol>
                <a:gridCol w="1643758">
                  <a:extLst>
                    <a:ext uri="{9D8B030D-6E8A-4147-A177-3AD203B41FA5}">
                      <a16:colId xmlns:a16="http://schemas.microsoft.com/office/drawing/2014/main" val="20005"/>
                    </a:ext>
                  </a:extLst>
                </a:gridCol>
                <a:gridCol w="1535179">
                  <a:extLst>
                    <a:ext uri="{9D8B030D-6E8A-4147-A177-3AD203B41FA5}">
                      <a16:colId xmlns:a16="http://schemas.microsoft.com/office/drawing/2014/main" val="20006"/>
                    </a:ext>
                  </a:extLst>
                </a:gridCol>
              </a:tblGrid>
              <a:tr h="1734778">
                <a:tc>
                  <a:txBody>
                    <a:bodyPr/>
                    <a:lstStyle/>
                    <a:p>
                      <a:pPr marL="0" marR="0" algn="just">
                        <a:buNone/>
                      </a:pPr>
                      <a:r>
                        <a:rPr lang="en-IN" sz="1200" dirty="0">
                          <a:latin typeface="Times New Roman" panose="02020603050405020304" pitchFamily="18" charset="0"/>
                          <a:cs typeface="Times New Roman" panose="02020603050405020304" pitchFamily="18" charset="0"/>
                        </a:rPr>
                        <a:t>International Journal on Advances in ICT for Emerging Regions (</a:t>
                      </a:r>
                      <a:r>
                        <a:rPr lang="en-IN" sz="1200" dirty="0" err="1">
                          <a:latin typeface="Times New Roman" panose="02020603050405020304" pitchFamily="18" charset="0"/>
                          <a:cs typeface="Times New Roman" panose="02020603050405020304" pitchFamily="18" charset="0"/>
                        </a:rPr>
                        <a:t>ICTer</a:t>
                      </a:r>
                      <a:r>
                        <a:rPr lang="en-IN" sz="1200" dirty="0">
                          <a:latin typeface="Times New Roman" panose="02020603050405020304" pitchFamily="18" charset="0"/>
                          <a:cs typeface="Times New Roman" panose="02020603050405020304" pitchFamily="18" charset="0"/>
                        </a:rPr>
                        <a:t>)</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IN" sz="1200" dirty="0">
                          <a:latin typeface="Times New Roman" panose="02020603050405020304" pitchFamily="18" charset="0"/>
                          <a:cs typeface="Times New Roman" panose="02020603050405020304" pitchFamily="18" charset="0"/>
                        </a:rPr>
                        <a:t>Neeraja Krishnakumar, Musharaf K. K, Sivadasan E. T </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2024</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US" sz="1200" dirty="0">
                          <a:latin typeface="Times New Roman" panose="02020603050405020304" pitchFamily="18" charset="0"/>
                          <a:cs typeface="Times New Roman" panose="02020603050405020304" pitchFamily="18" charset="0"/>
                        </a:rPr>
                        <a:t>MOODBASED RECOMMENDER : Music and Book Recommendations</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US" sz="1200" dirty="0">
                          <a:latin typeface="Times New Roman" panose="02020603050405020304" pitchFamily="18" charset="0"/>
                          <a:cs typeface="Times New Roman" panose="02020603050405020304" pitchFamily="18" charset="0"/>
                        </a:rPr>
                        <a:t>To recommend both music and books based on user mood</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IN" sz="1200" dirty="0">
                          <a:latin typeface="Times New Roman" panose="02020603050405020304" pitchFamily="18" charset="0"/>
                          <a:cs typeface="Times New Roman" panose="02020603050405020304" pitchFamily="18" charset="0"/>
                        </a:rPr>
                        <a:t>Designed a mood based recommender system using user mood inputs + recommendation algorithms t o suggest media.</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Mood detection may not always be accurate; recommendations depend</a:t>
                      </a:r>
                    </a:p>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on limited data</a:t>
                      </a:r>
                    </a:p>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set; personalization scope is</a:t>
                      </a:r>
                    </a:p>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basic.</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1771103">
                <a:tc>
                  <a:txBody>
                    <a:bodyPr/>
                    <a:lstStyle/>
                    <a:p>
                      <a:pPr marL="0" marR="0" algn="just">
                        <a:buNone/>
                      </a:pPr>
                      <a:r>
                        <a:rPr lang="en-IN" sz="1200" dirty="0">
                          <a:latin typeface="Times New Roman" panose="02020603050405020304" pitchFamily="18" charset="0"/>
                          <a:cs typeface="Times New Roman" panose="02020603050405020304" pitchFamily="18" charset="0"/>
                        </a:rPr>
                        <a:t>International Journal on Advances in IC T for Emerging Regions (</a:t>
                      </a:r>
                      <a:r>
                        <a:rPr lang="en-IN" sz="1200" dirty="0" err="1">
                          <a:latin typeface="Times New Roman" panose="02020603050405020304" pitchFamily="18" charset="0"/>
                          <a:cs typeface="Times New Roman" panose="02020603050405020304" pitchFamily="18" charset="0"/>
                        </a:rPr>
                        <a:t>ICTer</a:t>
                      </a:r>
                      <a:r>
                        <a:rPr lang="en-IN" sz="1200" dirty="0">
                          <a:latin typeface="Times New Roman" panose="02020603050405020304" pitchFamily="18" charset="0"/>
                          <a:cs typeface="Times New Roman" panose="02020603050405020304" pitchFamily="18" charset="0"/>
                        </a:rPr>
                        <a:t>) </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IN" sz="1200" dirty="0" err="1">
                          <a:latin typeface="Times New Roman" panose="02020603050405020304" pitchFamily="18" charset="0"/>
                          <a:cs typeface="Times New Roman" panose="02020603050405020304" pitchFamily="18" charset="0"/>
                        </a:rPr>
                        <a:t>Nimasha</a:t>
                      </a:r>
                      <a:r>
                        <a:rPr lang="en-IN" sz="1200" dirty="0">
                          <a:latin typeface="Times New Roman" panose="02020603050405020304" pitchFamily="18" charset="0"/>
                          <a:cs typeface="Times New Roman" panose="02020603050405020304" pitchFamily="18" charset="0"/>
                        </a:rPr>
                        <a:t> Tennakoon, </a:t>
                      </a:r>
                      <a:r>
                        <a:rPr lang="en-IN" sz="1200" dirty="0" err="1">
                          <a:latin typeface="Times New Roman" panose="02020603050405020304" pitchFamily="18" charset="0"/>
                          <a:cs typeface="Times New Roman" panose="02020603050405020304" pitchFamily="18" charset="0"/>
                        </a:rPr>
                        <a:t>Oshada</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Senaweera</a:t>
                      </a:r>
                      <a:r>
                        <a:rPr lang="en-IN" sz="1200" dirty="0">
                          <a:latin typeface="Times New Roman" panose="02020603050405020304" pitchFamily="18" charset="0"/>
                          <a:cs typeface="Times New Roman" panose="02020603050405020304" pitchFamily="18" charset="0"/>
                        </a:rPr>
                        <a:t>, H. A. S. G . </a:t>
                      </a:r>
                      <a:r>
                        <a:rPr lang="en-IN" sz="1200" dirty="0" err="1">
                          <a:latin typeface="Times New Roman" panose="02020603050405020304" pitchFamily="18" charset="0"/>
                          <a:cs typeface="Times New Roman" panose="02020603050405020304" pitchFamily="18" charset="0"/>
                        </a:rPr>
                        <a:t>Dharmarathne</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rPr>
                        <a:t>2024</a:t>
                      </a:r>
                    </a:p>
                  </a:txBody>
                  <a:tcP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US" sz="1200" dirty="0">
                          <a:latin typeface="Times New Roman" panose="02020603050405020304" pitchFamily="18" charset="0"/>
                          <a:cs typeface="Times New Roman" panose="02020603050405020304" pitchFamily="18" charset="0"/>
                        </a:rPr>
                        <a:t>Emotion Based Movie Recommendation System </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US" sz="1200" dirty="0">
                          <a:latin typeface="Times New Roman" panose="02020603050405020304" pitchFamily="18" charset="0"/>
                          <a:cs typeface="Times New Roman" panose="02020603050405020304" pitchFamily="18" charset="0"/>
                        </a:rPr>
                        <a:t>To recommend movies according to a user’s emotions.</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IN" sz="1200" dirty="0">
                          <a:latin typeface="Times New Roman" panose="02020603050405020304" pitchFamily="18" charset="0"/>
                          <a:cs typeface="Times New Roman" panose="02020603050405020304" pitchFamily="18" charset="0"/>
                        </a:rPr>
                        <a:t>Collected user emotional input (via text/e motion mapping) and applied filtering + recommendation algorithms for personalized movie suggestions. </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rPr>
                        <a:t>Small scale system; limited to specific datasets; may struggle with complex or</a:t>
                      </a:r>
                    </a:p>
                    <a:p>
                      <a:pPr marL="0" marR="0" algn="just">
                        <a:buNone/>
                      </a:pPr>
                      <a:r>
                        <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rPr>
                        <a:t>mixed emotions.</a:t>
                      </a: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6323407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4" name="Google Shape;184;p11"/>
          <p:cNvSpPr txBox="1">
            <a:spLocks noGrp="1"/>
          </p:cNvSpPr>
          <p:nvPr>
            <p:ph type="sldNum" idx="12"/>
          </p:nvPr>
        </p:nvSpPr>
        <p:spPr>
          <a:xfrm>
            <a:off x="11579384" y="6202598"/>
            <a:ext cx="582991" cy="426801"/>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10</a:t>
            </a:fld>
            <a:endParaRPr lang="en-US" dirty="0"/>
          </a:p>
        </p:txBody>
      </p:sp>
      <p:sp>
        <p:nvSpPr>
          <p:cNvPr id="185" name="Google Shape;185;p11"/>
          <p:cNvSpPr txBox="1"/>
          <p:nvPr/>
        </p:nvSpPr>
        <p:spPr>
          <a:xfrm>
            <a:off x="1511403" y="183014"/>
            <a:ext cx="10056889" cy="645314"/>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0" rIns="91425" bIns="45700" anchor="ctr" anchorCtr="0">
            <a:noAutofit/>
          </a:bodyPr>
          <a:lstStyle/>
          <a:p>
            <a:pPr marL="0" marR="0" lvl="0" indent="0" algn="l" rtl="0">
              <a:lnSpc>
                <a:spcPct val="100000"/>
              </a:lnSpc>
              <a:spcBef>
                <a:spcPts val="0"/>
              </a:spcBef>
              <a:spcAft>
                <a:spcPts val="0"/>
              </a:spcAft>
              <a:buClr>
                <a:srgbClr val="002060"/>
              </a:buClr>
              <a:buSzPts val="4000"/>
              <a:buFont typeface="Times New Roman" panose="02020603050405020304"/>
              <a:buNone/>
            </a:pPr>
            <a:r>
              <a:rPr lang="en-US" sz="4000" b="0" i="0" u="none" strike="noStrike" cap="small" dirty="0">
                <a:solidFill>
                  <a:schemeClr val="tx1"/>
                </a:solidFill>
                <a:latin typeface="Times New Roman" panose="02020603050405020304"/>
                <a:ea typeface="Times New Roman" panose="02020603050405020304"/>
                <a:cs typeface="Times New Roman" panose="02020603050405020304"/>
                <a:sym typeface="Times New Roman" panose="02020603050405020304"/>
              </a:rPr>
              <a:t>Proposed System’s Architecture:</a:t>
            </a:r>
          </a:p>
        </p:txBody>
      </p:sp>
      <p:pic>
        <p:nvPicPr>
          <p:cNvPr id="4" name="Picture 3">
            <a:extLst>
              <a:ext uri="{FF2B5EF4-FFF2-40B4-BE49-F238E27FC236}">
                <a16:creationId xmlns:a16="http://schemas.microsoft.com/office/drawing/2014/main" id="{CD644A9B-8344-A089-EEC4-99266C6DA1D9}"/>
              </a:ext>
            </a:extLst>
          </p:cNvPr>
          <p:cNvPicPr>
            <a:picLocks noChangeAspect="1"/>
          </p:cNvPicPr>
          <p:nvPr/>
        </p:nvPicPr>
        <p:blipFill>
          <a:blip r:embed="rId3"/>
          <a:stretch>
            <a:fillRect/>
          </a:stretch>
        </p:blipFill>
        <p:spPr>
          <a:xfrm>
            <a:off x="2744134" y="1296475"/>
            <a:ext cx="7591425" cy="52482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2"/>
          <p:cNvSpPr txBox="1">
            <a:spLocks noGrp="1"/>
          </p:cNvSpPr>
          <p:nvPr>
            <p:ph type="body" idx="1"/>
          </p:nvPr>
        </p:nvSpPr>
        <p:spPr>
          <a:xfrm>
            <a:off x="1817073" y="1400175"/>
            <a:ext cx="9994837" cy="4800600"/>
          </a:xfrm>
          <a:prstGeom prst="rect">
            <a:avLst/>
          </a:prstGeom>
          <a:noFill/>
          <a:ln>
            <a:noFill/>
          </a:ln>
        </p:spPr>
        <p:txBody>
          <a:bodyPr spcFirstLastPara="1" wrap="square" lIns="91425" tIns="45700" rIns="91425" bIns="45700" anchor="t" anchorCtr="0">
            <a:normAutofit/>
          </a:bodyPr>
          <a:lstStyle/>
          <a:p>
            <a:pPr marL="137160" indent="0">
              <a:buNone/>
            </a:pPr>
            <a:r>
              <a:rPr lang="en-US" sz="1900" b="1" dirty="0">
                <a:latin typeface="Times New Roman" panose="02020603050405020304" pitchFamily="18" charset="0"/>
                <a:cs typeface="Times New Roman" panose="02020603050405020304" pitchFamily="18" charset="0"/>
              </a:rPr>
              <a:t>Algorithm 1: Real-Time Journal Entry Analysis</a:t>
            </a:r>
          </a:p>
          <a:p>
            <a:pPr marL="137160" indent="0">
              <a:buNone/>
            </a:pPr>
            <a:r>
              <a:rPr lang="en-US" sz="1900" b="1" dirty="0">
                <a:latin typeface="Times New Roman" panose="02020603050405020304" pitchFamily="18" charset="0"/>
                <a:cs typeface="Times New Roman" panose="02020603050405020304" pitchFamily="18" charset="0"/>
              </a:rPr>
              <a:t>Input:</a:t>
            </a:r>
            <a:r>
              <a:rPr lang="en-US" sz="1900" dirty="0">
                <a:latin typeface="Times New Roman" panose="02020603050405020304" pitchFamily="18" charset="0"/>
                <a:cs typeface="Times New Roman" panose="02020603050405020304" pitchFamily="18" charset="0"/>
              </a:rPr>
              <a:t> User submits a new journal entry.</a:t>
            </a:r>
          </a:p>
          <a:p>
            <a:pPr marL="594360" indent="-457200">
              <a:buFont typeface="+mj-lt"/>
              <a:buAutoNum type="arabicPeriod"/>
            </a:pPr>
            <a:r>
              <a:rPr lang="en-US" sz="1900" b="1" dirty="0">
                <a:latin typeface="Times New Roman" panose="02020603050405020304" pitchFamily="18" charset="0"/>
                <a:cs typeface="Times New Roman" panose="02020603050405020304" pitchFamily="18" charset="0"/>
              </a:rPr>
              <a:t>API Call:</a:t>
            </a:r>
            <a:r>
              <a:rPr lang="en-US" sz="1900" dirty="0">
                <a:latin typeface="Times New Roman" panose="02020603050405020304" pitchFamily="18" charset="0"/>
                <a:cs typeface="Times New Roman" panose="02020603050405020304" pitchFamily="18" charset="0"/>
              </a:rPr>
              <a:t> The client sends the text to the backend API for processing.</a:t>
            </a:r>
          </a:p>
          <a:p>
            <a:pPr marL="594360" indent="-457200">
              <a:buFont typeface="+mj-lt"/>
              <a:buAutoNum type="arabicPeriod"/>
            </a:pPr>
            <a:r>
              <a:rPr lang="en-US" sz="1900" b="1" dirty="0">
                <a:latin typeface="Times New Roman" panose="02020603050405020304" pitchFamily="18" charset="0"/>
                <a:cs typeface="Times New Roman" panose="02020603050405020304" pitchFamily="18" charset="0"/>
              </a:rPr>
              <a:t>Backend Analysis:</a:t>
            </a:r>
            <a:r>
              <a:rPr lang="en-US" sz="1900" dirty="0">
                <a:latin typeface="Times New Roman" panose="02020603050405020304" pitchFamily="18" charset="0"/>
                <a:cs typeface="Times New Roman" panose="02020603050405020304" pitchFamily="18" charset="0"/>
              </a:rPr>
              <a:t> A two-stage process is executed:</a:t>
            </a:r>
          </a:p>
          <a:p>
            <a:pPr lvl="1">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Summarize:</a:t>
            </a:r>
            <a:r>
              <a:rPr lang="en-US" sz="1900" dirty="0">
                <a:latin typeface="Times New Roman" panose="02020603050405020304" pitchFamily="18" charset="0"/>
                <a:cs typeface="Times New Roman" panose="02020603050405020304" pitchFamily="18" charset="0"/>
              </a:rPr>
              <a:t> A </a:t>
            </a:r>
            <a:r>
              <a:rPr lang="en-US" sz="1900" b="1" dirty="0">
                <a:latin typeface="Times New Roman" panose="02020603050405020304" pitchFamily="18" charset="0"/>
                <a:cs typeface="Times New Roman" panose="02020603050405020304" pitchFamily="18" charset="0"/>
              </a:rPr>
              <a:t>BART</a:t>
            </a:r>
            <a:r>
              <a:rPr lang="en-US" sz="1900" dirty="0">
                <a:latin typeface="Times New Roman" panose="02020603050405020304" pitchFamily="18" charset="0"/>
                <a:cs typeface="Times New Roman" panose="02020603050405020304" pitchFamily="18" charset="0"/>
              </a:rPr>
              <a:t> model generates a concise, abstractive summary.</a:t>
            </a:r>
          </a:p>
          <a:p>
            <a:pPr lvl="1">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Classify Mood:</a:t>
            </a:r>
            <a:r>
              <a:rPr lang="en-US" sz="1900" dirty="0">
                <a:latin typeface="Times New Roman" panose="02020603050405020304" pitchFamily="18" charset="0"/>
                <a:cs typeface="Times New Roman" panose="02020603050405020304" pitchFamily="18" charset="0"/>
              </a:rPr>
              <a:t> A fine-tuned </a:t>
            </a:r>
            <a:r>
              <a:rPr lang="en-US" sz="1900" b="1" dirty="0" err="1">
                <a:latin typeface="Times New Roman" panose="02020603050405020304" pitchFamily="18" charset="0"/>
                <a:cs typeface="Times New Roman" panose="02020603050405020304" pitchFamily="18" charset="0"/>
              </a:rPr>
              <a:t>RoBERTa</a:t>
            </a:r>
            <a:r>
              <a:rPr lang="en-US" sz="1900" dirty="0">
                <a:latin typeface="Times New Roman" panose="02020603050405020304" pitchFamily="18" charset="0"/>
                <a:cs typeface="Times New Roman" panose="02020603050405020304" pitchFamily="18" charset="0"/>
              </a:rPr>
              <a:t> model analyzes the summary to produce a mood vector with emotion scores.</a:t>
            </a:r>
          </a:p>
          <a:p>
            <a:pPr marL="594360" indent="-457200">
              <a:buFont typeface="+mj-lt"/>
              <a:buAutoNum type="arabicPeriod"/>
            </a:pPr>
            <a:r>
              <a:rPr lang="en-US" sz="1900" b="1" dirty="0">
                <a:latin typeface="Times New Roman" panose="02020603050405020304" pitchFamily="18" charset="0"/>
                <a:cs typeface="Times New Roman" panose="02020603050405020304" pitchFamily="18" charset="0"/>
              </a:rPr>
              <a:t>Store &amp; Respond:</a:t>
            </a:r>
            <a:r>
              <a:rPr lang="en-US" sz="1900" dirty="0">
                <a:latin typeface="Times New Roman" panose="02020603050405020304" pitchFamily="18" charset="0"/>
                <a:cs typeface="Times New Roman" panose="02020603050405020304" pitchFamily="18" charset="0"/>
              </a:rPr>
              <a:t> The original entry and the AI analysis are saved to </a:t>
            </a:r>
            <a:r>
              <a:rPr lang="en-US" sz="1900" dirty="0" err="1">
                <a:latin typeface="Times New Roman" panose="02020603050405020304" pitchFamily="18" charset="0"/>
                <a:cs typeface="Times New Roman" panose="02020603050405020304" pitchFamily="18" charset="0"/>
              </a:rPr>
              <a:t>Firestore</a:t>
            </a:r>
            <a:r>
              <a:rPr lang="en-US" sz="1900" dirty="0">
                <a:latin typeface="Times New Roman" panose="02020603050405020304" pitchFamily="18" charset="0"/>
                <a:cs typeface="Times New Roman" panose="02020603050405020304" pitchFamily="18" charset="0"/>
              </a:rPr>
              <a:t>, and the results are sent back to the client.</a:t>
            </a:r>
          </a:p>
          <a:p>
            <a:pPr marL="594360" indent="-457200">
              <a:buFont typeface="+mj-lt"/>
              <a:buAutoNum type="arabicPeriod"/>
            </a:pPr>
            <a:r>
              <a:rPr lang="en-US" sz="1900" b="1" dirty="0">
                <a:latin typeface="Times New Roman" panose="02020603050405020304" pitchFamily="18" charset="0"/>
                <a:cs typeface="Times New Roman" panose="02020603050405020304" pitchFamily="18" charset="0"/>
              </a:rPr>
              <a:t>Output:</a:t>
            </a:r>
            <a:r>
              <a:rPr lang="en-US" sz="1900" dirty="0">
                <a:latin typeface="Times New Roman" panose="02020603050405020304" pitchFamily="18" charset="0"/>
                <a:cs typeface="Times New Roman" panose="02020603050405020304" pitchFamily="18" charset="0"/>
              </a:rPr>
              <a:t> The user's device displays the new summary and mood insights.</a:t>
            </a:r>
          </a:p>
          <a:p>
            <a:pPr marL="82550" lvl="0" indent="0">
              <a:spcBef>
                <a:spcPts val="0"/>
              </a:spcBef>
              <a:buSzPts val="1600"/>
              <a:buNone/>
            </a:pPr>
            <a:endParaRPr lang="en-US" sz="2000" b="1" dirty="0">
              <a:latin typeface="Times New Roman" panose="02020603050405020304" pitchFamily="18" charset="0"/>
              <a:ea typeface="Tahoma" panose="020B0604030504040204" pitchFamily="34" charset="0"/>
              <a:cs typeface="Times New Roman" panose="02020603050405020304" pitchFamily="18" charset="0"/>
              <a:sym typeface="Times New Roman" panose="02020603050405020304"/>
            </a:endParaRPr>
          </a:p>
          <a:p>
            <a:pPr marL="82550" lvl="0" indent="0">
              <a:spcBef>
                <a:spcPts val="0"/>
              </a:spcBef>
              <a:buSzPts val="1600"/>
              <a:buNone/>
            </a:pPr>
            <a:endParaRPr sz="2000"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192" name="Google Shape;192;p12"/>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11</a:t>
            </a:fld>
            <a:endParaRPr lang="en-US"/>
          </a:p>
        </p:txBody>
      </p:sp>
      <p:sp>
        <p:nvSpPr>
          <p:cNvPr id="193" name="Google Shape;193;p12"/>
          <p:cNvSpPr txBox="1"/>
          <p:nvPr/>
        </p:nvSpPr>
        <p:spPr>
          <a:xfrm>
            <a:off x="1557908" y="260648"/>
            <a:ext cx="10513168" cy="72008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0" rIns="91425" bIns="45700" anchor="ctr" anchorCtr="0">
            <a:noAutofit/>
          </a:bodyPr>
          <a:lstStyle/>
          <a:p>
            <a:pPr marL="457200" marR="0" lvl="0" indent="-457200" algn="l" rtl="0">
              <a:lnSpc>
                <a:spcPct val="100000"/>
              </a:lnSpc>
              <a:spcBef>
                <a:spcPts val="0"/>
              </a:spcBef>
              <a:spcAft>
                <a:spcPts val="0"/>
              </a:spcAft>
              <a:buClr>
                <a:srgbClr val="C58C00"/>
              </a:buClr>
              <a:buSzPts val="4000"/>
              <a:buFont typeface="Times New Roman" panose="02020603050405020304"/>
              <a:buNone/>
            </a:pPr>
            <a:r>
              <a:rPr lang="en-US" sz="4000" b="1" i="0" u="none" strike="noStrike" cap="small">
                <a:solidFill>
                  <a:srgbClr val="002060"/>
                </a:solidFill>
                <a:latin typeface="Times New Roman" panose="02020603050405020304"/>
                <a:ea typeface="Times New Roman" panose="02020603050405020304"/>
                <a:cs typeface="Times New Roman" panose="02020603050405020304"/>
                <a:sym typeface="Times New Roman" panose="02020603050405020304"/>
              </a:rPr>
              <a:t>Algorithms/Methodology: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3"/>
          <p:cNvSpPr txBox="1">
            <a:spLocks noGrp="1"/>
          </p:cNvSpPr>
          <p:nvPr>
            <p:ph type="body" idx="1"/>
          </p:nvPr>
        </p:nvSpPr>
        <p:spPr>
          <a:xfrm>
            <a:off x="1817073" y="1242839"/>
            <a:ext cx="9994837" cy="4800600"/>
          </a:xfrm>
          <a:prstGeom prst="rect">
            <a:avLst/>
          </a:prstGeom>
          <a:noFill/>
          <a:ln>
            <a:noFill/>
          </a:ln>
        </p:spPr>
        <p:txBody>
          <a:bodyPr spcFirstLastPara="1" wrap="square" lIns="91425" tIns="45700" rIns="91425" bIns="45700" anchor="t" anchorCtr="0">
            <a:noAutofit/>
          </a:bodyPr>
          <a:lstStyle/>
          <a:p>
            <a:pPr>
              <a:buNone/>
            </a:pPr>
            <a:r>
              <a:rPr lang="en-US" sz="1900" b="1" dirty="0">
                <a:latin typeface="Times New Roman" panose="02020603050405020304" pitchFamily="18" charset="0"/>
                <a:cs typeface="Times New Roman" panose="02020603050405020304" pitchFamily="18" charset="0"/>
              </a:rPr>
              <a:t>Algorithm 2: On-Demand Deep Insight Generation</a:t>
            </a:r>
          </a:p>
          <a:p>
            <a:pPr marL="137160" indent="0">
              <a:buNone/>
            </a:pPr>
            <a:r>
              <a:rPr lang="en-US" sz="1900" b="1" dirty="0">
                <a:latin typeface="Times New Roman" panose="02020603050405020304" pitchFamily="18" charset="0"/>
                <a:cs typeface="Times New Roman" panose="02020603050405020304" pitchFamily="18" charset="0"/>
              </a:rPr>
              <a:t>Input:</a:t>
            </a:r>
            <a:r>
              <a:rPr lang="en-US" sz="1900" dirty="0">
                <a:latin typeface="Times New Roman" panose="02020603050405020304" pitchFamily="18" charset="0"/>
                <a:cs typeface="Times New Roman" panose="02020603050405020304" pitchFamily="18" charset="0"/>
              </a:rPr>
              <a:t> User requests a deep analysis for a selected date range.</a:t>
            </a:r>
          </a:p>
          <a:p>
            <a:pPr marL="594360" indent="-457200">
              <a:buFont typeface="+mj-lt"/>
              <a:buAutoNum type="arabicPeriod"/>
            </a:pPr>
            <a:r>
              <a:rPr lang="en-US" sz="1900" b="1" dirty="0">
                <a:latin typeface="Times New Roman" panose="02020603050405020304" pitchFamily="18" charset="0"/>
                <a:cs typeface="Times New Roman" panose="02020603050405020304" pitchFamily="18" charset="0"/>
              </a:rPr>
              <a:t>Data Retrieval:</a:t>
            </a:r>
            <a:r>
              <a:rPr lang="en-US" sz="1900" dirty="0">
                <a:latin typeface="Times New Roman" panose="02020603050405020304" pitchFamily="18" charset="0"/>
                <a:cs typeface="Times New Roman" panose="02020603050405020304" pitchFamily="18" charset="0"/>
              </a:rPr>
              <a:t> The backend fetches all relevant journal entries from </a:t>
            </a:r>
            <a:r>
              <a:rPr lang="en-US" sz="1900" dirty="0" err="1">
                <a:latin typeface="Times New Roman" panose="02020603050405020304" pitchFamily="18" charset="0"/>
                <a:cs typeface="Times New Roman" panose="02020603050405020304" pitchFamily="18" charset="0"/>
              </a:rPr>
              <a:t>Firestore</a:t>
            </a:r>
            <a:r>
              <a:rPr lang="en-US" sz="1900" dirty="0">
                <a:latin typeface="Times New Roman" panose="02020603050405020304" pitchFamily="18" charset="0"/>
                <a:cs typeface="Times New Roman" panose="02020603050405020304" pitchFamily="18" charset="0"/>
              </a:rPr>
              <a:t>.</a:t>
            </a:r>
          </a:p>
          <a:p>
            <a:pPr marL="594360" indent="-457200">
              <a:buFont typeface="+mj-lt"/>
              <a:buAutoNum type="arabicPeriod"/>
            </a:pPr>
            <a:r>
              <a:rPr lang="en-US" sz="1900" b="1" dirty="0">
                <a:latin typeface="Times New Roman" panose="02020603050405020304" pitchFamily="18" charset="0"/>
                <a:cs typeface="Times New Roman" panose="02020603050405020304" pitchFamily="18" charset="0"/>
              </a:rPr>
              <a:t>Prompt &amp; Generate:</a:t>
            </a:r>
            <a:r>
              <a:rPr lang="en-US" sz="1900" dirty="0">
                <a:latin typeface="Times New Roman" panose="02020603050405020304" pitchFamily="18" charset="0"/>
                <a:cs typeface="Times New Roman" panose="02020603050405020304" pitchFamily="18" charset="0"/>
              </a:rPr>
              <a:t> The entries are formatted into a single prompt for the </a:t>
            </a:r>
            <a:r>
              <a:rPr lang="en-US" sz="1900" b="1" dirty="0">
                <a:latin typeface="Times New Roman" panose="02020603050405020304" pitchFamily="18" charset="0"/>
                <a:cs typeface="Times New Roman" panose="02020603050405020304" pitchFamily="18" charset="0"/>
              </a:rPr>
              <a:t>Gemini LLM</a:t>
            </a:r>
            <a:r>
              <a:rPr lang="en-US" sz="1900" dirty="0">
                <a:latin typeface="Times New Roman" panose="02020603050405020304" pitchFamily="18" charset="0"/>
                <a:cs typeface="Times New Roman" panose="02020603050405020304" pitchFamily="18" charset="0"/>
              </a:rPr>
              <a:t>, which returns deep, structured insights (e.g., goals, conflicts, progress) in JSON format.</a:t>
            </a:r>
          </a:p>
          <a:p>
            <a:pPr marL="594360" indent="-457200">
              <a:buFont typeface="+mj-lt"/>
              <a:buAutoNum type="arabicPeriod"/>
            </a:pPr>
            <a:r>
              <a:rPr lang="en-US" sz="1900" b="1" dirty="0">
                <a:latin typeface="Times New Roman" panose="02020603050405020304" pitchFamily="18" charset="0"/>
                <a:cs typeface="Times New Roman" panose="02020603050405020304" pitchFamily="18" charset="0"/>
              </a:rPr>
              <a:t>Store &amp; Display:</a:t>
            </a:r>
            <a:r>
              <a:rPr lang="en-US" sz="1900" dirty="0">
                <a:latin typeface="Times New Roman" panose="02020603050405020304" pitchFamily="18" charset="0"/>
                <a:cs typeface="Times New Roman" panose="02020603050405020304" pitchFamily="18" charset="0"/>
              </a:rPr>
              <a:t> The generated insights are saved to </a:t>
            </a:r>
            <a:r>
              <a:rPr lang="en-US" sz="1900" dirty="0" err="1">
                <a:latin typeface="Times New Roman" panose="02020603050405020304" pitchFamily="18" charset="0"/>
                <a:cs typeface="Times New Roman" panose="02020603050405020304" pitchFamily="18" charset="0"/>
              </a:rPr>
              <a:t>Firestore</a:t>
            </a:r>
            <a:r>
              <a:rPr lang="en-US" sz="1900" dirty="0">
                <a:latin typeface="Times New Roman" panose="02020603050405020304" pitchFamily="18" charset="0"/>
                <a:cs typeface="Times New Roman" panose="02020603050405020304" pitchFamily="18" charset="0"/>
              </a:rPr>
              <a:t> and then presented to the user in a clear, readable report.</a:t>
            </a:r>
          </a:p>
        </p:txBody>
      </p:sp>
      <p:sp>
        <p:nvSpPr>
          <p:cNvPr id="199" name="Google Shape;199;p13"/>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12</a:t>
            </a:fld>
            <a:endParaRPr lang="en-US"/>
          </a:p>
        </p:txBody>
      </p:sp>
      <p:sp>
        <p:nvSpPr>
          <p:cNvPr id="200" name="Google Shape;200;p13"/>
          <p:cNvSpPr txBox="1"/>
          <p:nvPr/>
        </p:nvSpPr>
        <p:spPr>
          <a:xfrm>
            <a:off x="1557908" y="260648"/>
            <a:ext cx="10513168" cy="72008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0" rIns="91425" bIns="45700" anchor="ctr" anchorCtr="0">
            <a:noAutofit/>
          </a:bodyPr>
          <a:lstStyle/>
          <a:p>
            <a:pPr marL="457200" marR="0" lvl="0" indent="-457200" algn="l" rtl="0">
              <a:lnSpc>
                <a:spcPct val="100000"/>
              </a:lnSpc>
              <a:spcBef>
                <a:spcPts val="0"/>
              </a:spcBef>
              <a:spcAft>
                <a:spcPts val="0"/>
              </a:spcAft>
              <a:buClr>
                <a:srgbClr val="C58C00"/>
              </a:buClr>
              <a:buSzPts val="4000"/>
              <a:buFont typeface="Times New Roman" panose="02020603050405020304"/>
              <a:buNone/>
            </a:pPr>
            <a:r>
              <a:rPr lang="en-US" sz="4000" b="1" i="0" u="none" strike="noStrike" cap="small">
                <a:solidFill>
                  <a:srgbClr val="002060"/>
                </a:solidFill>
                <a:latin typeface="Times New Roman" panose="02020603050405020304"/>
                <a:ea typeface="Times New Roman" panose="02020603050405020304"/>
                <a:cs typeface="Times New Roman" panose="02020603050405020304"/>
                <a:sym typeface="Times New Roman" panose="02020603050405020304"/>
              </a:rPr>
              <a:t>Algorithms/Methodology: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4"/>
          <p:cNvSpPr txBox="1">
            <a:spLocks noGrp="1"/>
          </p:cNvSpPr>
          <p:nvPr>
            <p:ph type="body" idx="1"/>
          </p:nvPr>
        </p:nvSpPr>
        <p:spPr>
          <a:xfrm>
            <a:off x="1725657" y="1147589"/>
            <a:ext cx="10177669" cy="5528514"/>
          </a:xfrm>
          <a:prstGeom prst="rect">
            <a:avLst/>
          </a:prstGeom>
          <a:noFill/>
          <a:ln>
            <a:noFill/>
          </a:ln>
        </p:spPr>
        <p:txBody>
          <a:bodyPr spcFirstLastPara="1" wrap="square" lIns="91425" tIns="45700" rIns="91425" bIns="45700" anchor="t" anchorCtr="0">
            <a:noAutofit/>
          </a:bodyPr>
          <a:lstStyle/>
          <a:p>
            <a:pPr marL="365760" lvl="0" indent="-283210" algn="l" rtl="0">
              <a:lnSpc>
                <a:spcPct val="150000"/>
              </a:lnSpc>
              <a:spcBef>
                <a:spcPts val="0"/>
              </a:spcBef>
              <a:spcAft>
                <a:spcPts val="0"/>
              </a:spcAft>
              <a:buClr>
                <a:srgbClr val="0C0C0C"/>
              </a:buClr>
              <a:buSzPct val="80000"/>
              <a:buFont typeface="Noto Sans Symbols"/>
              <a:buChar char="❑"/>
            </a:pPr>
            <a:r>
              <a:rPr lang="en-US" sz="16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Hardware Requirements</a:t>
            </a:r>
            <a:endParaRPr lang="en-US" sz="1600" dirty="0">
              <a:latin typeface="Times New Roman" panose="02020603050405020304" pitchFamily="18" charset="0"/>
              <a:cs typeface="Times New Roman" panose="02020603050405020304" pitchFamily="18" charset="0"/>
            </a:endParaRPr>
          </a:p>
          <a:p>
            <a:pPr marL="365760" lvl="0" indent="-283210" algn="l" rtl="0">
              <a:lnSpc>
                <a:spcPct val="150000"/>
              </a:lnSpc>
              <a:spcBef>
                <a:spcPts val="600"/>
              </a:spcBef>
              <a:spcAft>
                <a:spcPts val="0"/>
              </a:spcAft>
              <a:buClr>
                <a:srgbClr val="0C0C0C"/>
              </a:buClr>
              <a:buSzPct val="80000"/>
              <a:buFont typeface="Arial" panose="020B0604020202020204"/>
              <a:buChar char="•"/>
            </a:pPr>
            <a:r>
              <a:rPr lang="en-US" sz="16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Development machine: </a:t>
            </a:r>
            <a:r>
              <a:rPr lang="en-US" sz="16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Dual-core processor, 8 GB RAM (16 GB recommended), 256 GB SSD</a:t>
            </a:r>
          </a:p>
          <a:p>
            <a:pPr marL="365760" lvl="0" indent="-283210" algn="l" rtl="0">
              <a:lnSpc>
                <a:spcPct val="150000"/>
              </a:lnSpc>
              <a:spcBef>
                <a:spcPts val="600"/>
              </a:spcBef>
              <a:spcAft>
                <a:spcPts val="0"/>
              </a:spcAft>
              <a:buClr>
                <a:srgbClr val="0C0C0C"/>
              </a:buClr>
              <a:buSzPct val="80000"/>
              <a:buFont typeface="Arial" panose="020B0604020202020204"/>
              <a:buChar char="•"/>
            </a:pPr>
            <a:r>
              <a:rPr lang="en-US" sz="16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Mobile devices: </a:t>
            </a:r>
            <a:r>
              <a:rPr lang="en-US" sz="16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Android/iOS smartphones for testing</a:t>
            </a:r>
          </a:p>
          <a:p>
            <a:pPr marL="365760" lvl="0" indent="-283210">
              <a:lnSpc>
                <a:spcPct val="150000"/>
              </a:lnSpc>
              <a:buClr>
                <a:srgbClr val="0C0C0C"/>
              </a:buClr>
              <a:buSzPct val="80000"/>
              <a:buFont typeface="Arial" panose="020B0604020202020204"/>
              <a:buChar char="•"/>
            </a:pPr>
            <a:r>
              <a:rPr lang="en-IN" sz="1600" b="1" dirty="0">
                <a:latin typeface="Times New Roman" panose="02020603050405020304" pitchFamily="18" charset="0"/>
                <a:cs typeface="Times New Roman" panose="02020603050405020304" pitchFamily="18" charset="0"/>
              </a:rPr>
              <a:t>Server Setup:</a:t>
            </a:r>
            <a:r>
              <a:rPr lang="en-IN" sz="1600" dirty="0">
                <a:latin typeface="Times New Roman" panose="02020603050405020304" pitchFamily="18" charset="0"/>
                <a:cs typeface="Times New Roman" panose="02020603050405020304" pitchFamily="18" charset="0"/>
              </a:rPr>
              <a:t> Cloud-based environment for AI model hosting and API integration</a:t>
            </a:r>
          </a:p>
          <a:p>
            <a:pPr marL="368300" lvl="0" indent="-285750">
              <a:lnSpc>
                <a:spcPct val="150000"/>
              </a:lnSpc>
              <a:buClr>
                <a:srgbClr val="0C0C0C"/>
              </a:buClr>
              <a:buSzPct val="80000"/>
              <a:buFont typeface="Wingdings" panose="05000000000000000000" pitchFamily="2" charset="2"/>
              <a:buChar char="q"/>
            </a:pPr>
            <a:r>
              <a:rPr lang="en-US" sz="16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Software Requirements:</a:t>
            </a:r>
          </a:p>
          <a:p>
            <a:pPr marL="368300" indent="-285750">
              <a:lnSpc>
                <a:spcPct val="150000"/>
              </a:lnSpc>
              <a:buClr>
                <a:srgbClr val="0C0C0C"/>
              </a:buClr>
              <a:buSzPct val="8000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OS</a:t>
            </a:r>
            <a:r>
              <a:rPr lang="en-US" sz="1600" dirty="0">
                <a:latin typeface="Times New Roman" panose="02020603050405020304" pitchFamily="18" charset="0"/>
                <a:cs typeface="Times New Roman" panose="02020603050405020304" pitchFamily="18" charset="0"/>
              </a:rPr>
              <a:t>: Windows/macOS/Linux</a:t>
            </a:r>
          </a:p>
          <a:p>
            <a:pPr marL="368300" indent="-285750">
              <a:lnSpc>
                <a:spcPct val="150000"/>
              </a:lnSpc>
              <a:buClr>
                <a:srgbClr val="0C0C0C"/>
              </a:buClr>
              <a:buSzPct val="8000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Frontend Framework:</a:t>
            </a:r>
            <a:r>
              <a:rPr lang="en-IN" sz="1600" dirty="0">
                <a:latin typeface="Times New Roman" panose="02020603050405020304" pitchFamily="18" charset="0"/>
                <a:cs typeface="Times New Roman" panose="02020603050405020304" pitchFamily="18" charset="0"/>
              </a:rPr>
              <a:t> Flutter (Dart)</a:t>
            </a:r>
          </a:p>
          <a:p>
            <a:pPr marL="368300" indent="-285750">
              <a:lnSpc>
                <a:spcPct val="150000"/>
              </a:lnSpc>
              <a:buClr>
                <a:srgbClr val="0C0C0C"/>
              </a:buClr>
              <a:buSzPct val="8000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Backend Framework:</a:t>
            </a:r>
            <a:r>
              <a:rPr lang="en-US" sz="1600" dirty="0">
                <a:latin typeface="Times New Roman" panose="02020603050405020304" pitchFamily="18" charset="0"/>
                <a:cs typeface="Times New Roman" panose="02020603050405020304" pitchFamily="18" charset="0"/>
              </a:rPr>
              <a:t> Python with Flask</a:t>
            </a:r>
          </a:p>
          <a:p>
            <a:pPr marL="368300" indent="-285750">
              <a:lnSpc>
                <a:spcPct val="150000"/>
              </a:lnSpc>
              <a:buClr>
                <a:srgbClr val="0C0C0C"/>
              </a:buClr>
              <a:buSzPct val="8000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Database &amp; Authentication:</a:t>
            </a:r>
            <a:r>
              <a:rPr lang="en-US" sz="1600" dirty="0">
                <a:latin typeface="Times New Roman" panose="02020603050405020304" pitchFamily="18" charset="0"/>
                <a:cs typeface="Times New Roman" panose="02020603050405020304" pitchFamily="18" charset="0"/>
              </a:rPr>
              <a:t> Firebase (</a:t>
            </a:r>
            <a:r>
              <a:rPr lang="en-US" sz="1600" dirty="0" err="1">
                <a:latin typeface="Times New Roman" panose="02020603050405020304" pitchFamily="18" charset="0"/>
                <a:cs typeface="Times New Roman" panose="02020603050405020304" pitchFamily="18" charset="0"/>
              </a:rPr>
              <a:t>Firestore</a:t>
            </a:r>
            <a:r>
              <a:rPr lang="en-US" sz="1600" dirty="0">
                <a:latin typeface="Times New Roman" panose="02020603050405020304" pitchFamily="18" charset="0"/>
                <a:cs typeface="Times New Roman" panose="02020603050405020304" pitchFamily="18" charset="0"/>
              </a:rPr>
              <a:t>, Firebase Auth)</a:t>
            </a:r>
          </a:p>
          <a:p>
            <a:pPr marL="368300" indent="-285750">
              <a:lnSpc>
                <a:spcPct val="150000"/>
              </a:lnSpc>
              <a:buClr>
                <a:srgbClr val="0C0C0C"/>
              </a:buClr>
              <a:buSzPct val="8000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AI Frameworks:</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PyTorch</a:t>
            </a:r>
            <a:r>
              <a:rPr lang="en-US" sz="1600" dirty="0">
                <a:latin typeface="Times New Roman" panose="02020603050405020304" pitchFamily="18" charset="0"/>
                <a:cs typeface="Times New Roman" panose="02020603050405020304" pitchFamily="18" charset="0"/>
              </a:rPr>
              <a:t>, Gemini API for NLP and insights</a:t>
            </a:r>
          </a:p>
          <a:p>
            <a:pPr marL="368300" indent="-285750">
              <a:lnSpc>
                <a:spcPct val="150000"/>
              </a:lnSpc>
              <a:buClr>
                <a:srgbClr val="0C0C0C"/>
              </a:buClr>
              <a:buSzPct val="8000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External APIs:</a:t>
            </a:r>
            <a:r>
              <a:rPr lang="en-US" sz="1600" dirty="0">
                <a:latin typeface="Times New Roman" panose="02020603050405020304" pitchFamily="18" charset="0"/>
                <a:cs typeface="Times New Roman" panose="02020603050405020304" pitchFamily="18" charset="0"/>
              </a:rPr>
              <a:t> Spotify, TMDB for media recommendations</a:t>
            </a:r>
          </a:p>
          <a:p>
            <a:pPr marL="368300" indent="-285750">
              <a:lnSpc>
                <a:spcPct val="150000"/>
              </a:lnSpc>
              <a:buClr>
                <a:srgbClr val="0C0C0C"/>
              </a:buClr>
              <a:buSzPct val="8000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Development Tools:</a:t>
            </a:r>
            <a:r>
              <a:rPr lang="en-US" sz="1600" dirty="0">
                <a:latin typeface="Times New Roman" panose="02020603050405020304" pitchFamily="18" charset="0"/>
                <a:cs typeface="Times New Roman" panose="02020603050405020304" pitchFamily="18" charset="0"/>
              </a:rPr>
              <a:t> Visual Studio Code / Android Studio, GitHub for version control</a:t>
            </a:r>
          </a:p>
        </p:txBody>
      </p:sp>
      <p:sp>
        <p:nvSpPr>
          <p:cNvPr id="206" name="Google Shape;206;p14"/>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13</a:t>
            </a:fld>
            <a:endParaRPr lang="en-US"/>
          </a:p>
        </p:txBody>
      </p:sp>
      <p:sp>
        <p:nvSpPr>
          <p:cNvPr id="207" name="Google Shape;207;p14"/>
          <p:cNvSpPr txBox="1"/>
          <p:nvPr/>
        </p:nvSpPr>
        <p:spPr>
          <a:xfrm>
            <a:off x="1557908" y="260648"/>
            <a:ext cx="10513168" cy="72008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0" rIns="91425" bIns="45700" anchor="ctr" anchorCtr="0">
            <a:noAutofit/>
          </a:bodyPr>
          <a:lstStyle/>
          <a:p>
            <a:pPr marL="457200" marR="0" lvl="0" indent="-457200" algn="l" rtl="0">
              <a:lnSpc>
                <a:spcPct val="100000"/>
              </a:lnSpc>
              <a:spcBef>
                <a:spcPts val="0"/>
              </a:spcBef>
              <a:spcAft>
                <a:spcPts val="0"/>
              </a:spcAft>
              <a:buClr>
                <a:srgbClr val="C58C00"/>
              </a:buClr>
              <a:buSzPts val="4000"/>
              <a:buFont typeface="Times New Roman" panose="02020603050405020304"/>
              <a:buNone/>
            </a:pPr>
            <a:r>
              <a:rPr lang="en-US" sz="4000" b="1" i="0" u="none" strike="noStrike" cap="small" dirty="0">
                <a:solidFill>
                  <a:srgbClr val="002060"/>
                </a:solidFill>
                <a:latin typeface="Times New Roman" panose="02020603050405020304"/>
                <a:ea typeface="Times New Roman" panose="02020603050405020304"/>
                <a:cs typeface="Times New Roman" panose="02020603050405020304"/>
                <a:sym typeface="Times New Roman" panose="02020603050405020304"/>
              </a:rPr>
              <a:t>Hardware and Software requirements: </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15"/>
          <p:cNvSpPr txBox="1">
            <a:spLocks noGrp="1"/>
          </p:cNvSpPr>
          <p:nvPr>
            <p:ph type="title"/>
          </p:nvPr>
        </p:nvSpPr>
        <p:spPr>
          <a:xfrm>
            <a:off x="0" y="260648"/>
            <a:ext cx="12188825" cy="1143000"/>
          </a:xfrm>
          <a:prstGeom prst="rect">
            <a:avLst/>
          </a:prstGeom>
          <a:noFill/>
          <a:ln>
            <a:noFill/>
          </a:ln>
        </p:spPr>
        <p:txBody>
          <a:bodyPr spcFirstLastPara="1" wrap="square" lIns="91425" tIns="45700" rIns="91425" bIns="45700" anchor="ctr" anchorCtr="0">
            <a:normAutofit/>
          </a:bodyPr>
          <a:lstStyle/>
          <a:p>
            <a:pPr marL="0" lvl="0" indent="0" algn="just" rtl="0">
              <a:lnSpc>
                <a:spcPct val="100000"/>
              </a:lnSpc>
              <a:spcBef>
                <a:spcPts val="0"/>
              </a:spcBef>
              <a:spcAft>
                <a:spcPts val="0"/>
              </a:spcAft>
              <a:buClr>
                <a:schemeClr val="dk1"/>
              </a:buClr>
              <a:buSzPts val="4300"/>
              <a:buFont typeface="Times New Roman" panose="02020603050405020304"/>
              <a:buNone/>
            </a:pPr>
            <a:r>
              <a:rPr lang="en-US">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sz="4000">
              <a:solidFill>
                <a:srgbClr val="C0000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213" name="Google Shape;213;p15"/>
          <p:cNvGraphicFramePr/>
          <p:nvPr>
            <p:extLst>
              <p:ext uri="{D42A27DB-BD31-4B8C-83A1-F6EECF244321}">
                <p14:modId xmlns:p14="http://schemas.microsoft.com/office/powerpoint/2010/main" val="4055330289"/>
              </p:ext>
            </p:extLst>
          </p:nvPr>
        </p:nvGraphicFramePr>
        <p:xfrm>
          <a:off x="1637034" y="1547664"/>
          <a:ext cx="9994875" cy="3833586"/>
        </p:xfrm>
        <a:graphic>
          <a:graphicData uri="http://schemas.openxmlformats.org/drawingml/2006/table">
            <a:tbl>
              <a:tblPr firstRow="1" bandRow="1">
                <a:noFill/>
                <a:tableStyleId>{E03D46B1-7A9E-409F-B616-10CFBBF69FDA}</a:tableStyleId>
              </a:tblPr>
              <a:tblGrid>
                <a:gridCol w="2363466">
                  <a:extLst>
                    <a:ext uri="{9D8B030D-6E8A-4147-A177-3AD203B41FA5}">
                      <a16:colId xmlns:a16="http://schemas.microsoft.com/office/drawing/2014/main" val="20000"/>
                    </a:ext>
                  </a:extLst>
                </a:gridCol>
                <a:gridCol w="3733800">
                  <a:extLst>
                    <a:ext uri="{9D8B030D-6E8A-4147-A177-3AD203B41FA5}">
                      <a16:colId xmlns:a16="http://schemas.microsoft.com/office/drawing/2014/main" val="20001"/>
                    </a:ext>
                  </a:extLst>
                </a:gridCol>
                <a:gridCol w="3897609">
                  <a:extLst>
                    <a:ext uri="{9D8B030D-6E8A-4147-A177-3AD203B41FA5}">
                      <a16:colId xmlns:a16="http://schemas.microsoft.com/office/drawing/2014/main" val="20002"/>
                    </a:ext>
                  </a:extLst>
                </a:gridCol>
              </a:tblGrid>
              <a:tr h="491102">
                <a:tc>
                  <a:txBody>
                    <a:bodyPr/>
                    <a:lstStyle/>
                    <a:p>
                      <a:pPr algn="just">
                        <a:buNone/>
                      </a:pPr>
                      <a:r>
                        <a:rPr lang="en-IN" sz="1600" dirty="0">
                          <a:latin typeface="Times New Roman" panose="02020603050405020304" pitchFamily="18" charset="0"/>
                          <a:cs typeface="Times New Roman" panose="02020603050405020304" pitchFamily="18" charset="0"/>
                        </a:rPr>
                        <a:t>Feature</a:t>
                      </a:r>
                    </a:p>
                  </a:txBody>
                  <a:tcPr anchor="ctr"/>
                </a:tc>
                <a:tc>
                  <a:txBody>
                    <a:bodyPr/>
                    <a:lstStyle/>
                    <a:p>
                      <a:pPr algn="just">
                        <a:buNone/>
                      </a:pPr>
                      <a:r>
                        <a:rPr lang="en-IN" sz="1600" dirty="0">
                          <a:latin typeface="Times New Roman" panose="02020603050405020304" pitchFamily="18" charset="0"/>
                          <a:cs typeface="Times New Roman" panose="02020603050405020304" pitchFamily="18" charset="0"/>
                        </a:rPr>
                        <a:t>Existing Systems</a:t>
                      </a:r>
                    </a:p>
                  </a:txBody>
                  <a:tcPr anchor="ctr"/>
                </a:tc>
                <a:tc>
                  <a:txBody>
                    <a:bodyPr/>
                    <a:lstStyle/>
                    <a:p>
                      <a:pPr algn="just">
                        <a:buNone/>
                      </a:pPr>
                      <a:r>
                        <a:rPr lang="en-IN" sz="1600" dirty="0">
                          <a:latin typeface="Times New Roman" panose="02020603050405020304" pitchFamily="18" charset="0"/>
                          <a:cs typeface="Times New Roman" panose="02020603050405020304" pitchFamily="18" charset="0"/>
                        </a:rPr>
                        <a:t>Pocket Journal</a:t>
                      </a:r>
                    </a:p>
                  </a:txBody>
                  <a:tcPr anchor="ctr"/>
                </a:tc>
                <a:extLst>
                  <a:ext uri="{0D108BD9-81ED-4DB2-BD59-A6C34878D82A}">
                    <a16:rowId xmlns:a16="http://schemas.microsoft.com/office/drawing/2014/main" val="10000"/>
                  </a:ext>
                </a:extLst>
              </a:tr>
              <a:tr h="629881">
                <a:tc>
                  <a:txBody>
                    <a:bodyPr/>
                    <a:lstStyle/>
                    <a:p>
                      <a:pPr algn="just">
                        <a:buNone/>
                      </a:pPr>
                      <a:r>
                        <a:rPr lang="en-IN" sz="1600" dirty="0">
                          <a:latin typeface="Times New Roman" panose="02020603050405020304" pitchFamily="18" charset="0"/>
                          <a:cs typeface="Times New Roman" panose="02020603050405020304" pitchFamily="18" charset="0"/>
                        </a:rPr>
                        <a:t>Diary Analysis</a:t>
                      </a:r>
                    </a:p>
                  </a:txBody>
                  <a:tcPr anchor="ctr"/>
                </a:tc>
                <a:tc>
                  <a:txBody>
                    <a:bodyPr/>
                    <a:lstStyle/>
                    <a:p>
                      <a:pPr algn="just">
                        <a:buNone/>
                      </a:pPr>
                      <a:r>
                        <a:rPr lang="en-US" sz="1600" dirty="0">
                          <a:latin typeface="Times New Roman" panose="02020603050405020304" pitchFamily="18" charset="0"/>
                          <a:cs typeface="Times New Roman" panose="02020603050405020304" pitchFamily="18" charset="0"/>
                        </a:rPr>
                        <a:t>Mostly manual, users have to read and interpret their own entries</a:t>
                      </a:r>
                    </a:p>
                  </a:txBody>
                  <a:tcPr anchor="ctr"/>
                </a:tc>
                <a:tc>
                  <a:txBody>
                    <a:bodyPr/>
                    <a:lstStyle/>
                    <a:p>
                      <a:pPr algn="just">
                        <a:buNone/>
                      </a:pPr>
                      <a:r>
                        <a:rPr lang="en-US" sz="1600" dirty="0">
                          <a:latin typeface="Times New Roman" panose="02020603050405020304" pitchFamily="18" charset="0"/>
                          <a:cs typeface="Times New Roman" panose="02020603050405020304" pitchFamily="18" charset="0"/>
                        </a:rPr>
                        <a:t>AI-powered summarization of entries for quick understanding</a:t>
                      </a:r>
                    </a:p>
                  </a:txBody>
                  <a:tcPr anchor="ctr"/>
                </a:tc>
                <a:extLst>
                  <a:ext uri="{0D108BD9-81ED-4DB2-BD59-A6C34878D82A}">
                    <a16:rowId xmlns:a16="http://schemas.microsoft.com/office/drawing/2014/main" val="10001"/>
                  </a:ext>
                </a:extLst>
              </a:tr>
              <a:tr h="629881">
                <a:tc>
                  <a:txBody>
                    <a:bodyPr/>
                    <a:lstStyle/>
                    <a:p>
                      <a:pPr algn="just">
                        <a:buNone/>
                      </a:pPr>
                      <a:r>
                        <a:rPr lang="en-IN" sz="1600" dirty="0">
                          <a:latin typeface="Times New Roman" panose="02020603050405020304" pitchFamily="18" charset="0"/>
                          <a:cs typeface="Times New Roman" panose="02020603050405020304" pitchFamily="18" charset="0"/>
                        </a:rPr>
                        <a:t>Mood Detection</a:t>
                      </a:r>
                    </a:p>
                  </a:txBody>
                  <a:tcPr anchor="ctr"/>
                </a:tc>
                <a:tc>
                  <a:txBody>
                    <a:bodyPr/>
                    <a:lstStyle/>
                    <a:p>
                      <a:pPr algn="just">
                        <a:buNone/>
                      </a:pPr>
                      <a:r>
                        <a:rPr lang="en-US" sz="1600">
                          <a:latin typeface="Times New Roman" panose="02020603050405020304" pitchFamily="18" charset="0"/>
                          <a:cs typeface="Times New Roman" panose="02020603050405020304" pitchFamily="18" charset="0"/>
                        </a:rPr>
                        <a:t>Basic mood trackers using emojis or scales</a:t>
                      </a:r>
                    </a:p>
                  </a:txBody>
                  <a:tcPr anchor="ctr"/>
                </a:tc>
                <a:tc>
                  <a:txBody>
                    <a:bodyPr/>
                    <a:lstStyle/>
                    <a:p>
                      <a:pPr algn="just">
                        <a:buNone/>
                      </a:pPr>
                      <a:r>
                        <a:rPr lang="en-US" sz="1600" dirty="0">
                          <a:latin typeface="Times New Roman" panose="02020603050405020304" pitchFamily="18" charset="0"/>
                          <a:cs typeface="Times New Roman" panose="02020603050405020304" pitchFamily="18" charset="0"/>
                        </a:rPr>
                        <a:t>AI detects moods and emotional patterns from text</a:t>
                      </a:r>
                    </a:p>
                  </a:txBody>
                  <a:tcPr anchor="ctr"/>
                </a:tc>
                <a:extLst>
                  <a:ext uri="{0D108BD9-81ED-4DB2-BD59-A6C34878D82A}">
                    <a16:rowId xmlns:a16="http://schemas.microsoft.com/office/drawing/2014/main" val="10002"/>
                  </a:ext>
                </a:extLst>
              </a:tr>
              <a:tr h="629881">
                <a:tc>
                  <a:txBody>
                    <a:bodyPr/>
                    <a:lstStyle/>
                    <a:p>
                      <a:pPr algn="just">
                        <a:buNone/>
                      </a:pPr>
                      <a:r>
                        <a:rPr lang="en-IN" sz="1600" dirty="0">
                          <a:latin typeface="Times New Roman" panose="02020603050405020304" pitchFamily="18" charset="0"/>
                          <a:cs typeface="Times New Roman" panose="02020603050405020304" pitchFamily="18" charset="0"/>
                        </a:rPr>
                        <a:t>Goal Tracking</a:t>
                      </a:r>
                    </a:p>
                  </a:txBody>
                  <a:tcPr anchor="ctr"/>
                </a:tc>
                <a:tc>
                  <a:txBody>
                    <a:bodyPr/>
                    <a:lstStyle/>
                    <a:p>
                      <a:pPr algn="just">
                        <a:buNone/>
                      </a:pPr>
                      <a:r>
                        <a:rPr lang="en-US" sz="1600" dirty="0">
                          <a:latin typeface="Times New Roman" panose="02020603050405020304" pitchFamily="18" charset="0"/>
                          <a:cs typeface="Times New Roman" panose="02020603050405020304" pitchFamily="18" charset="0"/>
                        </a:rPr>
                        <a:t>Users track goals manually or not at all</a:t>
                      </a:r>
                    </a:p>
                  </a:txBody>
                  <a:tcPr anchor="ctr"/>
                </a:tc>
                <a:tc>
                  <a:txBody>
                    <a:bodyPr/>
                    <a:lstStyle/>
                    <a:p>
                      <a:pPr algn="just">
                        <a:buNone/>
                      </a:pPr>
                      <a:r>
                        <a:rPr lang="en-US" sz="1600" dirty="0">
                          <a:latin typeface="Times New Roman" panose="02020603050405020304" pitchFamily="18" charset="0"/>
                          <a:cs typeface="Times New Roman" panose="02020603050405020304" pitchFamily="18" charset="0"/>
                        </a:rPr>
                        <a:t>Automatically identifies goals and monitors progress over time</a:t>
                      </a:r>
                    </a:p>
                  </a:txBody>
                  <a:tcPr anchor="ctr"/>
                </a:tc>
                <a:extLst>
                  <a:ext uri="{0D108BD9-81ED-4DB2-BD59-A6C34878D82A}">
                    <a16:rowId xmlns:a16="http://schemas.microsoft.com/office/drawing/2014/main" val="10003"/>
                  </a:ext>
                </a:extLst>
              </a:tr>
              <a:tr h="814766">
                <a:tc>
                  <a:txBody>
                    <a:bodyPr/>
                    <a:lstStyle/>
                    <a:p>
                      <a:pPr algn="just">
                        <a:buNone/>
                      </a:pPr>
                      <a:r>
                        <a:rPr lang="en-IN" sz="1600" dirty="0">
                          <a:latin typeface="Times New Roman" panose="02020603050405020304" pitchFamily="18" charset="0"/>
                          <a:cs typeface="Times New Roman" panose="02020603050405020304" pitchFamily="18" charset="0"/>
                        </a:rPr>
                        <a:t>Personalized Feedback</a:t>
                      </a:r>
                    </a:p>
                  </a:txBody>
                  <a:tcPr anchor="ctr"/>
                </a:tc>
                <a:tc>
                  <a:txBody>
                    <a:bodyPr/>
                    <a:lstStyle/>
                    <a:p>
                      <a:pPr algn="just">
                        <a:buNone/>
                      </a:pPr>
                      <a:r>
                        <a:rPr lang="en-US" sz="1600">
                          <a:latin typeface="Times New Roman" panose="02020603050405020304" pitchFamily="18" charset="0"/>
                          <a:cs typeface="Times New Roman" panose="02020603050405020304" pitchFamily="18" charset="0"/>
                        </a:rPr>
                        <a:t>Generic tips or advice, not tailored to user</a:t>
                      </a:r>
                    </a:p>
                  </a:txBody>
                  <a:tcPr anchor="ctr"/>
                </a:tc>
                <a:tc>
                  <a:txBody>
                    <a:bodyPr/>
                    <a:lstStyle/>
                    <a:p>
                      <a:pPr algn="just">
                        <a:buNone/>
                      </a:pPr>
                      <a:r>
                        <a:rPr lang="en-US" sz="1600" dirty="0">
                          <a:latin typeface="Times New Roman" panose="02020603050405020304" pitchFamily="18" charset="0"/>
                          <a:cs typeface="Times New Roman" panose="02020603050405020304" pitchFamily="18" charset="0"/>
                        </a:rPr>
                        <a:t>AI generates actionable feedback and improvement suggestions based on individual entries</a:t>
                      </a:r>
                    </a:p>
                  </a:txBody>
                  <a:tcPr anchor="ctr"/>
                </a:tc>
                <a:extLst>
                  <a:ext uri="{0D108BD9-81ED-4DB2-BD59-A6C34878D82A}">
                    <a16:rowId xmlns:a16="http://schemas.microsoft.com/office/drawing/2014/main" val="10004"/>
                  </a:ext>
                </a:extLst>
              </a:tr>
              <a:tr h="629881">
                <a:tc>
                  <a:txBody>
                    <a:bodyPr/>
                    <a:lstStyle/>
                    <a:p>
                      <a:pPr algn="just">
                        <a:buNone/>
                      </a:pPr>
                      <a:r>
                        <a:rPr lang="en-IN" sz="1600" dirty="0">
                          <a:latin typeface="Times New Roman" panose="02020603050405020304" pitchFamily="18" charset="0"/>
                          <a:cs typeface="Times New Roman" panose="02020603050405020304" pitchFamily="18" charset="0"/>
                        </a:rPr>
                        <a:t>Media Recommendations</a:t>
                      </a:r>
                    </a:p>
                  </a:txBody>
                  <a:tcPr anchor="ctr"/>
                </a:tc>
                <a:tc>
                  <a:txBody>
                    <a:bodyPr/>
                    <a:lstStyle/>
                    <a:p>
                      <a:pPr algn="just">
                        <a:buNone/>
                      </a:pPr>
                      <a:r>
                        <a:rPr lang="en-US" sz="1600" dirty="0">
                          <a:latin typeface="Times New Roman" panose="02020603050405020304" pitchFamily="18" charset="0"/>
                          <a:cs typeface="Times New Roman" panose="02020603050405020304" pitchFamily="18" charset="0"/>
                        </a:rPr>
                        <a:t>Rarely included or generic suggestions</a:t>
                      </a:r>
                    </a:p>
                  </a:txBody>
                  <a:tcPr anchor="ctr"/>
                </a:tc>
                <a:tc>
                  <a:txBody>
                    <a:bodyPr/>
                    <a:lstStyle/>
                    <a:p>
                      <a:pPr algn="just">
                        <a:buNone/>
                      </a:pPr>
                      <a:r>
                        <a:rPr lang="en-US" sz="1600" dirty="0">
                          <a:latin typeface="Times New Roman" panose="02020603050405020304" pitchFamily="18" charset="0"/>
                          <a:cs typeface="Times New Roman" panose="02020603050405020304" pitchFamily="18" charset="0"/>
                        </a:rPr>
                        <a:t>Personalized music, articles, and videos based on mood and goals</a:t>
                      </a:r>
                    </a:p>
                  </a:txBody>
                  <a:tcPr anchor="ctr"/>
                </a:tc>
                <a:extLst>
                  <a:ext uri="{0D108BD9-81ED-4DB2-BD59-A6C34878D82A}">
                    <a16:rowId xmlns:a16="http://schemas.microsoft.com/office/drawing/2014/main" val="10005"/>
                  </a:ext>
                </a:extLst>
              </a:tr>
            </a:tbl>
          </a:graphicData>
        </a:graphic>
      </p:graphicFrame>
      <p:sp>
        <p:nvSpPr>
          <p:cNvPr id="214" name="Google Shape;214;p15"/>
          <p:cNvSpPr txBox="1"/>
          <p:nvPr/>
        </p:nvSpPr>
        <p:spPr>
          <a:xfrm>
            <a:off x="1485900" y="404664"/>
            <a:ext cx="10297144" cy="72008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0" rIns="91425" bIns="45700" anchor="ctr" anchorCtr="0">
            <a:noAutofit/>
          </a:bodyPr>
          <a:lstStyle/>
          <a:p>
            <a:pPr marL="27305" marR="0" lvl="0" indent="0" algn="l" rtl="0">
              <a:lnSpc>
                <a:spcPct val="100000"/>
              </a:lnSpc>
              <a:spcBef>
                <a:spcPts val="0"/>
              </a:spcBef>
              <a:spcAft>
                <a:spcPts val="0"/>
              </a:spcAft>
              <a:buClr>
                <a:schemeClr val="accent1"/>
              </a:buClr>
              <a:buSzPts val="3600"/>
              <a:buFont typeface="Times New Roman" panose="02020603050405020304"/>
              <a:buNone/>
            </a:pPr>
            <a:r>
              <a:rPr lang="en-US" sz="4500" b="1" i="0" u="none" strike="noStrike" cap="small" dirty="0">
                <a:solidFill>
                  <a:schemeClr val="dk1"/>
                </a:solidFill>
                <a:latin typeface="Times New Roman" panose="02020603050405020304"/>
                <a:ea typeface="Times New Roman" panose="02020603050405020304"/>
                <a:cs typeface="Times New Roman" panose="02020603050405020304"/>
                <a:sym typeface="Times New Roman" panose="02020603050405020304"/>
              </a:rPr>
              <a:t>Comparison with Existing systems :</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215" name="Google Shape;215;p15"/>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6"/>
          <p:cNvSpPr txBox="1">
            <a:spLocks noGrp="1"/>
          </p:cNvSpPr>
          <p:nvPr>
            <p:ph type="title"/>
          </p:nvPr>
        </p:nvSpPr>
        <p:spPr>
          <a:xfrm>
            <a:off x="0" y="260648"/>
            <a:ext cx="12188825" cy="1143000"/>
          </a:xfrm>
          <a:prstGeom prst="rect">
            <a:avLst/>
          </a:prstGeom>
          <a:noFill/>
          <a:ln>
            <a:noFill/>
          </a:ln>
        </p:spPr>
        <p:txBody>
          <a:bodyPr spcFirstLastPara="1" wrap="square" lIns="91425" tIns="45700" rIns="91425" bIns="45700" anchor="ctr" anchorCtr="0">
            <a:normAutofit/>
          </a:bodyPr>
          <a:lstStyle/>
          <a:p>
            <a:pPr marL="0" lvl="0" indent="0" algn="just" rtl="0">
              <a:lnSpc>
                <a:spcPct val="100000"/>
              </a:lnSpc>
              <a:spcBef>
                <a:spcPts val="0"/>
              </a:spcBef>
              <a:spcAft>
                <a:spcPts val="0"/>
              </a:spcAft>
              <a:buClr>
                <a:schemeClr val="dk1"/>
              </a:buClr>
              <a:buSzPts val="4300"/>
              <a:buFont typeface="Times New Roman" panose="02020603050405020304"/>
              <a:buNone/>
            </a:pPr>
            <a:r>
              <a:rPr lang="en-US">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sz="4000">
              <a:solidFill>
                <a:srgbClr val="C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1" name="Google Shape;221;p16"/>
          <p:cNvSpPr txBox="1">
            <a:spLocks noGrp="1"/>
          </p:cNvSpPr>
          <p:nvPr>
            <p:ph type="body" idx="1"/>
          </p:nvPr>
        </p:nvSpPr>
        <p:spPr>
          <a:xfrm>
            <a:off x="1570707" y="1403648"/>
            <a:ext cx="9649072" cy="4678033"/>
          </a:xfrm>
          <a:prstGeom prst="rect">
            <a:avLst/>
          </a:prstGeom>
          <a:noFill/>
          <a:ln>
            <a:noFill/>
          </a:ln>
        </p:spPr>
        <p:txBody>
          <a:bodyPr spcFirstLastPara="1" wrap="square" lIns="91425" tIns="45700" rIns="91425" bIns="45700" anchor="t" anchorCtr="0">
            <a:normAutofit lnSpcReduction="10000"/>
          </a:bodyPr>
          <a:lstStyle/>
          <a:p>
            <a:pPr algn="just">
              <a:lnSpc>
                <a:spcPct val="150000"/>
              </a:lnSpc>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High-Accuracy Mood Detection:</a:t>
            </a:r>
            <a:r>
              <a:rPr lang="en-US" sz="1900" dirty="0">
                <a:latin typeface="Times New Roman" panose="02020603050405020304" pitchFamily="18" charset="0"/>
                <a:cs typeface="Times New Roman" panose="02020603050405020304" pitchFamily="18" charset="0"/>
              </a:rPr>
              <a:t> Achieve a high</a:t>
            </a:r>
            <a:r>
              <a:rPr lang="en-US" sz="1900" b="1" dirty="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accuracy and f-score with the fine-tuned </a:t>
            </a:r>
            <a:r>
              <a:rPr lang="en-US" sz="1900" b="1" dirty="0" err="1">
                <a:latin typeface="Times New Roman" panose="02020603050405020304" pitchFamily="18" charset="0"/>
                <a:cs typeface="Times New Roman" panose="02020603050405020304" pitchFamily="18" charset="0"/>
              </a:rPr>
              <a:t>RoBERTa</a:t>
            </a:r>
            <a:r>
              <a:rPr lang="en-US" sz="1900" b="1" dirty="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and</a:t>
            </a:r>
            <a:r>
              <a:rPr lang="en-US" sz="1900" b="1" dirty="0">
                <a:latin typeface="Times New Roman" panose="02020603050405020304" pitchFamily="18" charset="0"/>
                <a:cs typeface="Times New Roman" panose="02020603050405020304" pitchFamily="18" charset="0"/>
              </a:rPr>
              <a:t> BART</a:t>
            </a:r>
            <a:r>
              <a:rPr lang="en-US" sz="1900" dirty="0">
                <a:latin typeface="Times New Roman" panose="02020603050405020304" pitchFamily="18" charset="0"/>
                <a:cs typeface="Times New Roman" panose="02020603050405020304" pitchFamily="18" charset="0"/>
              </a:rPr>
              <a:t> model, providing users with reliable emotional insights.</a:t>
            </a:r>
          </a:p>
          <a:p>
            <a:pPr algn="just">
              <a:lnSpc>
                <a:spcPct val="150000"/>
              </a:lnSpc>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Effective AI Analysis:</a:t>
            </a:r>
            <a:r>
              <a:rPr lang="en-US" sz="1900" dirty="0">
                <a:latin typeface="Times New Roman" panose="02020603050405020304" pitchFamily="18" charset="0"/>
                <a:cs typeface="Times New Roman" panose="02020603050405020304" pitchFamily="18" charset="0"/>
              </a:rPr>
              <a:t> Successfully deliver multi-layered analysis, including concise summaries from </a:t>
            </a:r>
            <a:r>
              <a:rPr lang="en-US" sz="1900" b="1" dirty="0">
                <a:latin typeface="Times New Roman" panose="02020603050405020304" pitchFamily="18" charset="0"/>
                <a:cs typeface="Times New Roman" panose="02020603050405020304" pitchFamily="18" charset="0"/>
              </a:rPr>
              <a:t>BART</a:t>
            </a:r>
            <a:r>
              <a:rPr lang="en-US" sz="1900" dirty="0">
                <a:latin typeface="Times New Roman" panose="02020603050405020304" pitchFamily="18" charset="0"/>
                <a:cs typeface="Times New Roman" panose="02020603050405020304" pitchFamily="18" charset="0"/>
              </a:rPr>
              <a:t> and deep, actionable insights from the </a:t>
            </a:r>
            <a:r>
              <a:rPr lang="en-US" sz="1900" b="1" dirty="0">
                <a:latin typeface="Times New Roman" panose="02020603050405020304" pitchFamily="18" charset="0"/>
                <a:cs typeface="Times New Roman" panose="02020603050405020304" pitchFamily="18" charset="0"/>
              </a:rPr>
              <a:t>Gemini LLM</a:t>
            </a:r>
            <a:r>
              <a:rPr lang="en-US" sz="1900" dirty="0">
                <a:latin typeface="Times New Roman" panose="02020603050405020304" pitchFamily="18" charset="0"/>
                <a:cs typeface="Times New Roman" panose="02020603050405020304" pitchFamily="18" charset="0"/>
              </a:rPr>
              <a:t>.</a:t>
            </a:r>
          </a:p>
          <a:p>
            <a:pPr algn="just">
              <a:lnSpc>
                <a:spcPct val="150000"/>
              </a:lnSpc>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Functional &amp; Scalable Application:</a:t>
            </a:r>
            <a:r>
              <a:rPr lang="en-US" sz="1900" dirty="0">
                <a:latin typeface="Times New Roman" panose="02020603050405020304" pitchFamily="18" charset="0"/>
                <a:cs typeface="Times New Roman" panose="02020603050405020304" pitchFamily="18" charset="0"/>
              </a:rPr>
              <a:t> Deliver a complete, end-to-end mobile application using a modern tech stack (</a:t>
            </a:r>
            <a:r>
              <a:rPr lang="en-US" sz="1900" b="1" dirty="0">
                <a:latin typeface="Times New Roman" panose="02020603050405020304" pitchFamily="18" charset="0"/>
                <a:cs typeface="Times New Roman" panose="02020603050405020304" pitchFamily="18" charset="0"/>
              </a:rPr>
              <a:t>Flutter</a:t>
            </a:r>
            <a:r>
              <a:rPr lang="en-US" sz="1900" dirty="0">
                <a:latin typeface="Times New Roman" panose="02020603050405020304" pitchFamily="18" charset="0"/>
                <a:cs typeface="Times New Roman" panose="02020603050405020304" pitchFamily="18" charset="0"/>
              </a:rPr>
              <a:t>, </a:t>
            </a:r>
            <a:r>
              <a:rPr lang="en-US" sz="1900" b="1" dirty="0">
                <a:latin typeface="Times New Roman" panose="02020603050405020304" pitchFamily="18" charset="0"/>
                <a:cs typeface="Times New Roman" panose="02020603050405020304" pitchFamily="18" charset="0"/>
              </a:rPr>
              <a:t>Python</a:t>
            </a:r>
            <a:r>
              <a:rPr lang="en-US" sz="1900" dirty="0">
                <a:latin typeface="Times New Roman" panose="02020603050405020304" pitchFamily="18" charset="0"/>
                <a:cs typeface="Times New Roman" panose="02020603050405020304" pitchFamily="18" charset="0"/>
              </a:rPr>
              <a:t>, </a:t>
            </a:r>
            <a:r>
              <a:rPr lang="en-US" sz="1900" b="1" dirty="0">
                <a:latin typeface="Times New Roman" panose="02020603050405020304" pitchFamily="18" charset="0"/>
                <a:cs typeface="Times New Roman" panose="02020603050405020304" pitchFamily="18" charset="0"/>
              </a:rPr>
              <a:t>Firebase</a:t>
            </a:r>
            <a:r>
              <a:rPr lang="en-US" sz="1900" dirty="0">
                <a:latin typeface="Times New Roman" panose="02020603050405020304" pitchFamily="18" charset="0"/>
                <a:cs typeface="Times New Roman" panose="02020603050405020304" pitchFamily="18" charset="0"/>
              </a:rPr>
              <a:t>) ready for real-world use.</a:t>
            </a:r>
          </a:p>
          <a:p>
            <a:pPr algn="just">
              <a:lnSpc>
                <a:spcPct val="150000"/>
              </a:lnSpc>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Context-Aware Recommendations:</a:t>
            </a:r>
            <a:r>
              <a:rPr lang="en-US" sz="1900" dirty="0">
                <a:latin typeface="Times New Roman" panose="02020603050405020304" pitchFamily="18" charset="0"/>
                <a:cs typeface="Times New Roman" panose="02020603050405020304" pitchFamily="18" charset="0"/>
              </a:rPr>
              <a:t> Provide personalized and relevant media suggestions that align with the user's detected mood, enhancing the supportive experience.</a:t>
            </a:r>
          </a:p>
          <a:p>
            <a:pPr algn="just">
              <a:lnSpc>
                <a:spcPct val="150000"/>
              </a:lnSpc>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Enhanced Self-Awareness:</a:t>
            </a:r>
            <a:r>
              <a:rPr lang="en-US" sz="1900" dirty="0">
                <a:latin typeface="Times New Roman" panose="02020603050405020304" pitchFamily="18" charset="0"/>
                <a:cs typeface="Times New Roman" panose="02020603050405020304" pitchFamily="18" charset="0"/>
              </a:rPr>
              <a:t> Empower users with data-driven feedback and visualizations, transforming journaling into a proactive tool for personal growth.</a:t>
            </a:r>
          </a:p>
        </p:txBody>
      </p:sp>
      <p:sp>
        <p:nvSpPr>
          <p:cNvPr id="222" name="Google Shape;222;p16"/>
          <p:cNvSpPr txBox="1"/>
          <p:nvPr/>
        </p:nvSpPr>
        <p:spPr>
          <a:xfrm>
            <a:off x="1485900" y="404664"/>
            <a:ext cx="9818687" cy="72008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0" rIns="91425" bIns="45700" anchor="ctr" anchorCtr="0">
            <a:noAutofit/>
          </a:bodyPr>
          <a:lstStyle/>
          <a:p>
            <a:pPr marL="27305" marR="0" lvl="0" indent="0" algn="l" rtl="0">
              <a:lnSpc>
                <a:spcPct val="100000"/>
              </a:lnSpc>
              <a:spcBef>
                <a:spcPts val="0"/>
              </a:spcBef>
              <a:spcAft>
                <a:spcPts val="0"/>
              </a:spcAft>
              <a:buClr>
                <a:schemeClr val="accent1"/>
              </a:buClr>
              <a:buSzPts val="3600"/>
              <a:buFont typeface="Times New Roman" panose="02020603050405020304"/>
              <a:buNone/>
            </a:pPr>
            <a:r>
              <a:rPr lang="en-US" sz="4500" b="1" i="0" u="none" strike="noStrike" cap="small" dirty="0">
                <a:solidFill>
                  <a:schemeClr val="dk1"/>
                </a:solidFill>
                <a:latin typeface="Times New Roman" panose="02020603050405020304"/>
                <a:ea typeface="Times New Roman" panose="02020603050405020304"/>
                <a:cs typeface="Times New Roman" panose="02020603050405020304"/>
                <a:sym typeface="Times New Roman" panose="02020603050405020304"/>
              </a:rPr>
              <a:t>Expected Outcomes:</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223" name="Google Shape;223;p16"/>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7"/>
          <p:cNvSpPr txBox="1">
            <a:spLocks noGrp="1"/>
          </p:cNvSpPr>
          <p:nvPr>
            <p:ph type="title"/>
          </p:nvPr>
        </p:nvSpPr>
        <p:spPr>
          <a:xfrm>
            <a:off x="0" y="260648"/>
            <a:ext cx="12188825" cy="1143000"/>
          </a:xfrm>
          <a:prstGeom prst="rect">
            <a:avLst/>
          </a:prstGeom>
          <a:noFill/>
          <a:ln>
            <a:noFill/>
          </a:ln>
        </p:spPr>
        <p:txBody>
          <a:bodyPr spcFirstLastPara="1" wrap="square" lIns="91425" tIns="45700" rIns="91425" bIns="45700" anchor="ctr" anchorCtr="0">
            <a:normAutofit/>
          </a:bodyPr>
          <a:lstStyle/>
          <a:p>
            <a:pPr marL="0" lvl="0" indent="0" algn="just" rtl="0">
              <a:lnSpc>
                <a:spcPct val="100000"/>
              </a:lnSpc>
              <a:spcBef>
                <a:spcPts val="0"/>
              </a:spcBef>
              <a:spcAft>
                <a:spcPts val="0"/>
              </a:spcAft>
              <a:buClr>
                <a:schemeClr val="dk1"/>
              </a:buClr>
              <a:buSzPts val="4300"/>
              <a:buFont typeface="Times New Roman" panose="02020603050405020304"/>
              <a:buNone/>
            </a:pPr>
            <a:r>
              <a:rPr lang="en-US">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sz="4000">
              <a:solidFill>
                <a:srgbClr val="C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9" name="Google Shape;229;p17"/>
          <p:cNvSpPr txBox="1">
            <a:spLocks noGrp="1"/>
          </p:cNvSpPr>
          <p:nvPr>
            <p:ph type="body" idx="1"/>
          </p:nvPr>
        </p:nvSpPr>
        <p:spPr>
          <a:xfrm>
            <a:off x="1570707" y="1391246"/>
            <a:ext cx="9649072" cy="4800600"/>
          </a:xfrm>
          <a:prstGeom prst="rect">
            <a:avLst/>
          </a:prstGeom>
          <a:noFill/>
          <a:ln>
            <a:noFill/>
          </a:ln>
        </p:spPr>
        <p:txBody>
          <a:bodyPr spcFirstLastPara="1" wrap="square" lIns="91425" tIns="45700" rIns="91425" bIns="45700" anchor="t" anchorCtr="0">
            <a:noAutofit/>
          </a:bodyPr>
          <a:lstStyle/>
          <a:p>
            <a:pPr marL="365760" lvl="0" indent="-283210" algn="just" rtl="0">
              <a:lnSpc>
                <a:spcPct val="150000"/>
              </a:lnSpc>
              <a:spcBef>
                <a:spcPts val="0"/>
              </a:spcBef>
              <a:spcAft>
                <a:spcPts val="0"/>
              </a:spcAft>
              <a:buClr>
                <a:srgbClr val="0C0C0C"/>
              </a:buClr>
              <a:buSzPts val="1280"/>
              <a:buFont typeface="Arial" panose="020B0604020202020204"/>
              <a:buChar char="•"/>
            </a:pPr>
            <a:r>
              <a:rPr lang="en-US" sz="1800" b="1" dirty="0">
                <a:latin typeface="Times New Roman" panose="02020603050405020304"/>
                <a:ea typeface="Times New Roman" panose="02020603050405020304"/>
                <a:cs typeface="Times New Roman" panose="02020603050405020304"/>
                <a:sym typeface="Times New Roman" panose="02020603050405020304"/>
              </a:rPr>
              <a:t>Empowering Users:</a:t>
            </a:r>
            <a:r>
              <a:rPr lang="en-US" sz="1800" dirty="0">
                <a:latin typeface="Times New Roman" panose="02020603050405020304"/>
                <a:ea typeface="Times New Roman" panose="02020603050405020304"/>
                <a:cs typeface="Times New Roman" panose="02020603050405020304"/>
                <a:sym typeface="Times New Roman" panose="02020603050405020304"/>
              </a:rPr>
              <a:t> Record daily reflections, track goals, and gain insights into moods and patterns.</a:t>
            </a:r>
          </a:p>
          <a:p>
            <a:pPr marL="365760" lvl="0" indent="-283210" algn="just" rtl="0">
              <a:lnSpc>
                <a:spcPct val="150000"/>
              </a:lnSpc>
              <a:spcBef>
                <a:spcPts val="0"/>
              </a:spcBef>
              <a:spcAft>
                <a:spcPts val="0"/>
              </a:spcAft>
              <a:buClr>
                <a:srgbClr val="0C0C0C"/>
              </a:buClr>
              <a:buSzPts val="1280"/>
              <a:buFont typeface="Arial" panose="020B0604020202020204"/>
              <a:buChar char="•"/>
            </a:pPr>
            <a:r>
              <a:rPr lang="en-US" sz="1800" b="1" dirty="0">
                <a:latin typeface="Times New Roman" panose="02020603050405020304"/>
                <a:ea typeface="Times New Roman" panose="02020603050405020304"/>
                <a:cs typeface="Times New Roman" panose="02020603050405020304"/>
                <a:sym typeface="Times New Roman" panose="02020603050405020304"/>
              </a:rPr>
              <a:t>Personal Growth: </a:t>
            </a:r>
            <a:r>
              <a:rPr lang="en-US" sz="1800" dirty="0">
                <a:latin typeface="Times New Roman" panose="02020603050405020304"/>
                <a:ea typeface="Times New Roman" panose="02020603050405020304"/>
                <a:cs typeface="Times New Roman" panose="02020603050405020304"/>
                <a:sym typeface="Times New Roman" panose="02020603050405020304"/>
              </a:rPr>
              <a:t>AI-generated feedback guides self-improvement and healthier habits.</a:t>
            </a:r>
          </a:p>
          <a:p>
            <a:pPr marL="365760" lvl="0" indent="-283210" algn="just" rtl="0">
              <a:lnSpc>
                <a:spcPct val="150000"/>
              </a:lnSpc>
              <a:spcBef>
                <a:spcPts val="0"/>
              </a:spcBef>
              <a:spcAft>
                <a:spcPts val="0"/>
              </a:spcAft>
              <a:buClr>
                <a:srgbClr val="0C0C0C"/>
              </a:buClr>
              <a:buSzPts val="1280"/>
              <a:buFont typeface="Arial" panose="020B0604020202020204"/>
              <a:buChar char="•"/>
            </a:pPr>
            <a:r>
              <a:rPr lang="en-US" sz="1800" b="1" dirty="0">
                <a:latin typeface="Times New Roman" panose="02020603050405020304"/>
                <a:ea typeface="Times New Roman" panose="02020603050405020304"/>
                <a:cs typeface="Times New Roman" panose="02020603050405020304"/>
                <a:sym typeface="Times New Roman" panose="02020603050405020304"/>
              </a:rPr>
              <a:t>Emotional Well-Being:</a:t>
            </a:r>
            <a:r>
              <a:rPr lang="en-US" sz="1800" dirty="0">
                <a:latin typeface="Times New Roman" panose="02020603050405020304"/>
                <a:ea typeface="Times New Roman" panose="02020603050405020304"/>
                <a:cs typeface="Times New Roman" panose="02020603050405020304"/>
                <a:sym typeface="Times New Roman" panose="02020603050405020304"/>
              </a:rPr>
              <a:t> Personalized media (music, articles, videos) helps manage stress and motivation.</a:t>
            </a:r>
          </a:p>
          <a:p>
            <a:pPr marL="365760" lvl="0" indent="-283210" algn="just" rtl="0">
              <a:lnSpc>
                <a:spcPct val="150000"/>
              </a:lnSpc>
              <a:spcBef>
                <a:spcPts val="0"/>
              </a:spcBef>
              <a:spcAft>
                <a:spcPts val="0"/>
              </a:spcAft>
              <a:buClr>
                <a:srgbClr val="0C0C0C"/>
              </a:buClr>
              <a:buSzPts val="1280"/>
              <a:buFont typeface="Arial" panose="020B0604020202020204"/>
              <a:buChar char="•"/>
            </a:pPr>
            <a:r>
              <a:rPr lang="en-US" sz="1800" b="1" dirty="0">
                <a:latin typeface="Times New Roman" panose="02020603050405020304"/>
                <a:ea typeface="Times New Roman" panose="02020603050405020304"/>
                <a:cs typeface="Times New Roman" panose="02020603050405020304"/>
                <a:sym typeface="Times New Roman" panose="02020603050405020304"/>
              </a:rPr>
              <a:t>Valuable Insights:</a:t>
            </a:r>
            <a:r>
              <a:rPr lang="en-US" sz="1800" dirty="0">
                <a:latin typeface="Times New Roman" panose="02020603050405020304"/>
                <a:ea typeface="Times New Roman" panose="02020603050405020304"/>
                <a:cs typeface="Times New Roman" panose="02020603050405020304"/>
                <a:sym typeface="Times New Roman" panose="02020603050405020304"/>
              </a:rPr>
              <a:t> Analytics dashboard visualizes mood trends, goal progress, and recurring themes.</a:t>
            </a:r>
          </a:p>
          <a:p>
            <a:pPr marL="365760" lvl="0" indent="-283210" algn="just" rtl="0">
              <a:lnSpc>
                <a:spcPct val="150000"/>
              </a:lnSpc>
              <a:spcBef>
                <a:spcPts val="0"/>
              </a:spcBef>
              <a:spcAft>
                <a:spcPts val="0"/>
              </a:spcAft>
              <a:buClr>
                <a:srgbClr val="0C0C0C"/>
              </a:buClr>
              <a:buSzPts val="1280"/>
              <a:buFont typeface="Arial" panose="020B0604020202020204"/>
              <a:buChar char="•"/>
            </a:pPr>
            <a:r>
              <a:rPr lang="en-US" sz="1800" b="1" dirty="0">
                <a:latin typeface="Times New Roman" panose="02020603050405020304"/>
                <a:ea typeface="Times New Roman" panose="02020603050405020304"/>
                <a:cs typeface="Times New Roman" panose="02020603050405020304"/>
                <a:sym typeface="Times New Roman" panose="02020603050405020304"/>
              </a:rPr>
              <a:t>Consistency</a:t>
            </a:r>
            <a:r>
              <a:rPr lang="en-US" sz="1800" dirty="0">
                <a:latin typeface="Times New Roman" panose="02020603050405020304"/>
                <a:ea typeface="Times New Roman" panose="02020603050405020304"/>
                <a:cs typeface="Times New Roman" panose="02020603050405020304"/>
                <a:sym typeface="Times New Roman" panose="02020603050405020304"/>
              </a:rPr>
              <a:t>: Interactive feedback and reminders encourage regular journaling.</a:t>
            </a:r>
          </a:p>
          <a:p>
            <a:pPr marL="365760" lvl="0" indent="-283210" algn="just" rtl="0">
              <a:lnSpc>
                <a:spcPct val="150000"/>
              </a:lnSpc>
              <a:spcBef>
                <a:spcPts val="0"/>
              </a:spcBef>
              <a:spcAft>
                <a:spcPts val="0"/>
              </a:spcAft>
              <a:buClr>
                <a:srgbClr val="0C0C0C"/>
              </a:buClr>
              <a:buSzPts val="1280"/>
              <a:buFont typeface="Arial" panose="020B0604020202020204"/>
              <a:buChar char="•"/>
            </a:pPr>
            <a:r>
              <a:rPr lang="en-US" sz="1800" b="1" dirty="0">
                <a:latin typeface="Times New Roman" panose="02020603050405020304"/>
                <a:ea typeface="Times New Roman" panose="02020603050405020304"/>
                <a:cs typeface="Times New Roman" panose="02020603050405020304"/>
                <a:sym typeface="Times New Roman" panose="02020603050405020304"/>
              </a:rPr>
              <a:t>Self-Discovery: </a:t>
            </a:r>
            <a:r>
              <a:rPr lang="en-US" sz="1800" dirty="0">
                <a:latin typeface="Times New Roman" panose="02020603050405020304"/>
                <a:ea typeface="Times New Roman" panose="02020603050405020304"/>
                <a:cs typeface="Times New Roman" panose="02020603050405020304"/>
                <a:sym typeface="Times New Roman" panose="02020603050405020304"/>
              </a:rPr>
              <a:t>Summaries and analyses reveal hidden patterns, promoting deeper self-awareness.</a:t>
            </a:r>
            <a:endParaRPr lang="en-US" sz="1800" b="1" dirty="0">
              <a:latin typeface="Times New Roman" panose="02020603050405020304"/>
              <a:ea typeface="Times New Roman" panose="02020603050405020304"/>
              <a:cs typeface="Times New Roman" panose="02020603050405020304"/>
              <a:sym typeface="Times New Roman" panose="02020603050405020304"/>
            </a:endParaRPr>
          </a:p>
          <a:p>
            <a:pPr marL="365760" lvl="0" indent="-283210" algn="just" rtl="0">
              <a:lnSpc>
                <a:spcPct val="150000"/>
              </a:lnSpc>
              <a:spcBef>
                <a:spcPts val="0"/>
              </a:spcBef>
              <a:spcAft>
                <a:spcPts val="0"/>
              </a:spcAft>
              <a:buClr>
                <a:srgbClr val="0C0C0C"/>
              </a:buClr>
              <a:buSzPts val="1280"/>
              <a:buFont typeface="Arial" panose="020B0604020202020204"/>
              <a:buChar char="•"/>
            </a:pPr>
            <a:r>
              <a:rPr lang="en-US" sz="1800" b="1" dirty="0">
                <a:latin typeface="Times New Roman" panose="02020603050405020304"/>
                <a:ea typeface="Times New Roman" panose="02020603050405020304"/>
                <a:cs typeface="Times New Roman" panose="02020603050405020304"/>
                <a:sym typeface="Times New Roman" panose="02020603050405020304"/>
              </a:rPr>
              <a:t>Goal Support:</a:t>
            </a:r>
            <a:r>
              <a:rPr lang="en-US" sz="1800" dirty="0">
                <a:latin typeface="Times New Roman" panose="02020603050405020304"/>
                <a:ea typeface="Times New Roman" panose="02020603050405020304"/>
                <a:cs typeface="Times New Roman" panose="02020603050405020304"/>
                <a:sym typeface="Times New Roman" panose="02020603050405020304"/>
              </a:rPr>
              <a:t> Track and stay focused on personal goals.</a:t>
            </a:r>
            <a:endParaRPr lang="en-US" sz="1800" b="1" dirty="0">
              <a:latin typeface="Times New Roman" panose="02020603050405020304"/>
              <a:ea typeface="Times New Roman" panose="02020603050405020304"/>
              <a:cs typeface="Times New Roman" panose="02020603050405020304"/>
              <a:sym typeface="Times New Roman" panose="02020603050405020304"/>
            </a:endParaRPr>
          </a:p>
          <a:p>
            <a:pPr marL="365760" lvl="0" indent="-283210" algn="just" rtl="0">
              <a:lnSpc>
                <a:spcPct val="150000"/>
              </a:lnSpc>
              <a:spcBef>
                <a:spcPts val="0"/>
              </a:spcBef>
              <a:spcAft>
                <a:spcPts val="0"/>
              </a:spcAft>
              <a:buClr>
                <a:srgbClr val="0C0C0C"/>
              </a:buClr>
              <a:buSzPts val="1280"/>
              <a:buFont typeface="Arial" panose="020B0604020202020204"/>
              <a:buChar char="•"/>
            </a:pPr>
            <a:r>
              <a:rPr lang="en-US" sz="1800" b="1" dirty="0">
                <a:latin typeface="Times New Roman" panose="02020603050405020304"/>
                <a:ea typeface="Times New Roman" panose="02020603050405020304"/>
                <a:cs typeface="Times New Roman" panose="02020603050405020304"/>
                <a:sym typeface="Times New Roman" panose="02020603050405020304"/>
              </a:rPr>
              <a:t>Behavior Analysis:</a:t>
            </a:r>
            <a:r>
              <a:rPr lang="en-US" sz="1800" dirty="0">
                <a:latin typeface="Times New Roman" panose="02020603050405020304"/>
                <a:ea typeface="Times New Roman" panose="02020603050405020304"/>
                <a:cs typeface="Times New Roman" panose="02020603050405020304"/>
                <a:sym typeface="Times New Roman" panose="02020603050405020304"/>
              </a:rPr>
              <a:t> Identify habits and patterns for positive change.</a:t>
            </a:r>
            <a:endParaRPr sz="1800"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230" name="Google Shape;230;p17"/>
          <p:cNvSpPr txBox="1"/>
          <p:nvPr/>
        </p:nvSpPr>
        <p:spPr>
          <a:xfrm>
            <a:off x="1485900" y="404664"/>
            <a:ext cx="9818687" cy="72008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0" rIns="91425" bIns="45700" anchor="ctr" anchorCtr="0">
            <a:noAutofit/>
          </a:bodyPr>
          <a:lstStyle/>
          <a:p>
            <a:pPr marL="27305" marR="0" lvl="0" indent="0" algn="l" rtl="0">
              <a:lnSpc>
                <a:spcPct val="100000"/>
              </a:lnSpc>
              <a:spcBef>
                <a:spcPts val="0"/>
              </a:spcBef>
              <a:spcAft>
                <a:spcPts val="0"/>
              </a:spcAft>
              <a:buClr>
                <a:schemeClr val="accent1"/>
              </a:buClr>
              <a:buSzPts val="3600"/>
              <a:buFont typeface="Times New Roman" panose="02020603050405020304"/>
              <a:buNone/>
            </a:pPr>
            <a:r>
              <a:rPr lang="en-US" sz="4500" b="1" i="0" u="none" strike="noStrike" cap="small"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Applications:</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231" name="Google Shape;231;p17"/>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8"/>
          <p:cNvSpPr txBox="1">
            <a:spLocks noGrp="1"/>
          </p:cNvSpPr>
          <p:nvPr>
            <p:ph type="title"/>
          </p:nvPr>
        </p:nvSpPr>
        <p:spPr>
          <a:xfrm>
            <a:off x="0" y="260648"/>
            <a:ext cx="12188825" cy="1143000"/>
          </a:xfrm>
          <a:prstGeom prst="rect">
            <a:avLst/>
          </a:prstGeom>
          <a:noFill/>
          <a:ln>
            <a:noFill/>
          </a:ln>
        </p:spPr>
        <p:txBody>
          <a:bodyPr spcFirstLastPara="1" wrap="square" lIns="91425" tIns="45700" rIns="91425" bIns="45700" anchor="ctr" anchorCtr="0">
            <a:normAutofit/>
          </a:bodyPr>
          <a:lstStyle/>
          <a:p>
            <a:pPr marL="0" lvl="0" indent="0" algn="just" rtl="0">
              <a:lnSpc>
                <a:spcPct val="100000"/>
              </a:lnSpc>
              <a:spcBef>
                <a:spcPts val="0"/>
              </a:spcBef>
              <a:spcAft>
                <a:spcPts val="0"/>
              </a:spcAft>
              <a:buClr>
                <a:schemeClr val="dk1"/>
              </a:buClr>
              <a:buSzPts val="4300"/>
              <a:buFont typeface="Times New Roman" panose="02020603050405020304"/>
              <a:buNone/>
            </a:pPr>
            <a:r>
              <a:rPr lang="en-US">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sz="4000">
              <a:solidFill>
                <a:srgbClr val="C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7" name="Google Shape;237;p18"/>
          <p:cNvSpPr txBox="1">
            <a:spLocks noGrp="1"/>
          </p:cNvSpPr>
          <p:nvPr>
            <p:ph type="body" idx="1"/>
          </p:nvPr>
        </p:nvSpPr>
        <p:spPr>
          <a:xfrm>
            <a:off x="1346200" y="1319560"/>
            <a:ext cx="9678987" cy="2497600"/>
          </a:xfrm>
          <a:prstGeom prst="rect">
            <a:avLst/>
          </a:prstGeom>
          <a:noFill/>
          <a:ln>
            <a:noFill/>
          </a:ln>
        </p:spPr>
        <p:txBody>
          <a:bodyPr spcFirstLastPara="1" wrap="square" lIns="91425" tIns="45700" rIns="91425" bIns="45700" anchor="t" anchorCtr="0">
            <a:normAutofit fontScale="92500" lnSpcReduction="20000"/>
          </a:bodyPr>
          <a:lstStyle/>
          <a:p>
            <a:pPr marL="365760" lvl="0" indent="-283210" algn="just">
              <a:lnSpc>
                <a:spcPct val="150000"/>
              </a:lnSpc>
              <a:spcBef>
                <a:spcPts val="0"/>
              </a:spcBef>
              <a:buSzPts val="1280"/>
              <a:buNone/>
            </a:pP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2100" dirty="0">
                <a:latin typeface="Times New Roman" panose="02020603050405020304" pitchFamily="18" charset="0"/>
                <a:cs typeface="Times New Roman" panose="02020603050405020304" pitchFamily="18" charset="0"/>
              </a:rPr>
              <a:t>Pocket Journal successfully transforms traditional journaling into a dynamic, interactive tool for self-discovery. By leveraging a multi-stage AI pipeline featuring </a:t>
            </a:r>
            <a:r>
              <a:rPr lang="en-US" sz="2100" b="1" dirty="0" err="1">
                <a:latin typeface="Times New Roman" panose="02020603050405020304" pitchFamily="18" charset="0"/>
                <a:cs typeface="Times New Roman" panose="02020603050405020304" pitchFamily="18" charset="0"/>
              </a:rPr>
              <a:t>RoBERTa</a:t>
            </a:r>
            <a:r>
              <a:rPr lang="en-US" sz="2100" dirty="0">
                <a:latin typeface="Times New Roman" panose="02020603050405020304" pitchFamily="18" charset="0"/>
                <a:cs typeface="Times New Roman" panose="02020603050405020304" pitchFamily="18" charset="0"/>
              </a:rPr>
              <a:t>, </a:t>
            </a:r>
            <a:r>
              <a:rPr lang="en-US" sz="2100" b="1" dirty="0">
                <a:latin typeface="Times New Roman" panose="02020603050405020304" pitchFamily="18" charset="0"/>
                <a:cs typeface="Times New Roman" panose="02020603050405020304" pitchFamily="18" charset="0"/>
              </a:rPr>
              <a:t>BART</a:t>
            </a:r>
            <a:r>
              <a:rPr lang="en-US" sz="2100" dirty="0">
                <a:latin typeface="Times New Roman" panose="02020603050405020304" pitchFamily="18" charset="0"/>
                <a:cs typeface="Times New Roman" panose="02020603050405020304" pitchFamily="18" charset="0"/>
              </a:rPr>
              <a:t>, and a generative </a:t>
            </a:r>
            <a:r>
              <a:rPr lang="en-US" sz="2100" b="1" dirty="0">
                <a:latin typeface="Times New Roman" panose="02020603050405020304" pitchFamily="18" charset="0"/>
                <a:cs typeface="Times New Roman" panose="02020603050405020304" pitchFamily="18" charset="0"/>
              </a:rPr>
              <a:t>LLM</a:t>
            </a:r>
            <a:r>
              <a:rPr lang="en-US" sz="2100" dirty="0">
                <a:latin typeface="Times New Roman" panose="02020603050405020304" pitchFamily="18" charset="0"/>
                <a:cs typeface="Times New Roman" panose="02020603050405020304" pitchFamily="18" charset="0"/>
              </a:rPr>
              <a:t>, the system provides users with deep, personalized feedback on their emotional state. The integration of media recommendations creates a holistic and proactive companion for modern mental wellness, marking a significant step forward in applying NLP for personal growth.</a:t>
            </a:r>
          </a:p>
        </p:txBody>
      </p:sp>
      <p:sp>
        <p:nvSpPr>
          <p:cNvPr id="238" name="Google Shape;238;p18"/>
          <p:cNvSpPr txBox="1"/>
          <p:nvPr/>
        </p:nvSpPr>
        <p:spPr>
          <a:xfrm>
            <a:off x="1485900" y="404664"/>
            <a:ext cx="9818687" cy="72008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0" rIns="91425" bIns="45700" anchor="ctr" anchorCtr="0">
            <a:noAutofit/>
          </a:bodyPr>
          <a:lstStyle/>
          <a:p>
            <a:pPr marL="27305" marR="0" lvl="0" indent="0" algn="l" rtl="0">
              <a:lnSpc>
                <a:spcPct val="100000"/>
              </a:lnSpc>
              <a:spcBef>
                <a:spcPts val="0"/>
              </a:spcBef>
              <a:spcAft>
                <a:spcPts val="0"/>
              </a:spcAft>
              <a:buClr>
                <a:schemeClr val="accent1"/>
              </a:buClr>
              <a:buSzPts val="3600"/>
              <a:buFont typeface="Times New Roman" panose="02020603050405020304"/>
              <a:buNone/>
            </a:pPr>
            <a:r>
              <a:rPr lang="en-US" sz="4500" b="1" i="0" u="none" strike="noStrike" cap="small" dirty="0">
                <a:solidFill>
                  <a:schemeClr val="dk1"/>
                </a:solidFill>
                <a:latin typeface="Times New Roman" panose="02020603050405020304"/>
                <a:ea typeface="Times New Roman" panose="02020603050405020304"/>
                <a:cs typeface="Times New Roman" panose="02020603050405020304"/>
                <a:sym typeface="Times New Roman" panose="02020603050405020304"/>
              </a:rPr>
              <a:t>Conclusion:</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239" name="Google Shape;239;p18"/>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18</a:t>
            </a:fld>
            <a:endParaRPr lang="en-US"/>
          </a:p>
        </p:txBody>
      </p:sp>
      <p:sp>
        <p:nvSpPr>
          <p:cNvPr id="5" name="Google Shape;238;p18"/>
          <p:cNvSpPr txBox="1"/>
          <p:nvPr/>
        </p:nvSpPr>
        <p:spPr>
          <a:xfrm>
            <a:off x="1485900" y="404664"/>
            <a:ext cx="9818687" cy="72008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0" rIns="91425" bIns="45700" anchor="ctr" anchorCtr="0">
            <a:noAutofit/>
          </a:bodyPr>
          <a:lstStyle/>
          <a:p>
            <a:pPr marL="27305" marR="0" lvl="0" indent="0" algn="l" rtl="0">
              <a:lnSpc>
                <a:spcPct val="100000"/>
              </a:lnSpc>
              <a:spcBef>
                <a:spcPts val="0"/>
              </a:spcBef>
              <a:spcAft>
                <a:spcPts val="0"/>
              </a:spcAft>
              <a:buClr>
                <a:schemeClr val="accent1"/>
              </a:buClr>
              <a:buSzPts val="3600"/>
              <a:buFont typeface="Times New Roman" panose="02020603050405020304"/>
              <a:buNone/>
            </a:pPr>
            <a:r>
              <a:rPr lang="en-US" sz="4500" b="1" i="0" u="none" strike="noStrike" cap="small" dirty="0">
                <a:solidFill>
                  <a:schemeClr val="dk1"/>
                </a:solidFill>
                <a:latin typeface="Times New Roman" panose="02020603050405020304"/>
                <a:ea typeface="Times New Roman" panose="02020603050405020304"/>
                <a:cs typeface="Times New Roman" panose="02020603050405020304"/>
                <a:sym typeface="Times New Roman" panose="02020603050405020304"/>
              </a:rPr>
              <a:t>REFERENCES:</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7" name="TextBox 6"/>
          <p:cNvSpPr txBox="1"/>
          <p:nvPr/>
        </p:nvSpPr>
        <p:spPr>
          <a:xfrm>
            <a:off x="1485900" y="1124744"/>
            <a:ext cx="9731904" cy="5493812"/>
          </a:xfrm>
          <a:prstGeom prst="rect">
            <a:avLst/>
          </a:prstGeom>
          <a:noFill/>
        </p:spPr>
        <p:txBody>
          <a:bodyPr wrap="square">
            <a:spAutoFit/>
          </a:bodyPr>
          <a:lstStyle/>
          <a:p>
            <a:r>
              <a:rPr lang="en-US" sz="1300" dirty="0">
                <a:latin typeface="Times New Roman" panose="02020603050405020304" pitchFamily="18" charset="0"/>
                <a:cs typeface="Times New Roman" panose="02020603050405020304" pitchFamily="18" charset="0"/>
              </a:rPr>
              <a:t>[1]I. Ameer, G. Sidorov, and B. Can, Emotion Classification in Texts Over Graph Neural Networks: Semantic Representation is Better Than Syntactic, IEEE Access, vol. 11, pp. 56921–56934, 2023.</a:t>
            </a:r>
          </a:p>
          <a:p>
            <a:pPr lvl="1"/>
            <a:endParaRPr lang="en-IN" sz="1300" dirty="0">
              <a:latin typeface="Times New Roman" panose="02020603050405020304" pitchFamily="18" charset="0"/>
              <a:cs typeface="Times New Roman" panose="02020603050405020304" pitchFamily="18" charset="0"/>
            </a:endParaRPr>
          </a:p>
          <a:p>
            <a:pPr lvl="1"/>
            <a:r>
              <a:rPr lang="en-IN" sz="1300" dirty="0">
                <a:latin typeface="Times New Roman" panose="02020603050405020304" pitchFamily="18" charset="0"/>
                <a:cs typeface="Times New Roman" panose="02020603050405020304" pitchFamily="18" charset="0"/>
              </a:rPr>
              <a:t>[2]Barkha, Tushar </a:t>
            </a:r>
            <a:r>
              <a:rPr lang="en-IN" sz="1300" dirty="0" err="1">
                <a:latin typeface="Times New Roman" panose="02020603050405020304" pitchFamily="18" charset="0"/>
                <a:cs typeface="Times New Roman" panose="02020603050405020304" pitchFamily="18" charset="0"/>
              </a:rPr>
              <a:t>Kanjwani</a:t>
            </a:r>
            <a:r>
              <a:rPr lang="en-IN" sz="1300" dirty="0">
                <a:latin typeface="Times New Roman" panose="02020603050405020304" pitchFamily="18" charset="0"/>
                <a:cs typeface="Times New Roman" panose="02020603050405020304" pitchFamily="18" charset="0"/>
              </a:rPr>
              <a:t>, Shahzad Nasim, and Arslan Ahmed, Comparative Analysis of </a:t>
            </a:r>
            <a:r>
              <a:rPr lang="en-IN" sz="1300" dirty="0" err="1">
                <a:latin typeface="Times New Roman" panose="02020603050405020304" pitchFamily="18" charset="0"/>
                <a:cs typeface="Times New Roman" panose="02020603050405020304" pitchFamily="18" charset="0"/>
              </a:rPr>
              <a:t>DistilBERT</a:t>
            </a:r>
            <a:r>
              <a:rPr lang="en-IN" sz="1300" dirty="0">
                <a:latin typeface="Times New Roman" panose="02020603050405020304" pitchFamily="18" charset="0"/>
                <a:cs typeface="Times New Roman" panose="02020603050405020304" pitchFamily="18" charset="0"/>
              </a:rPr>
              <a:t>, </a:t>
            </a:r>
            <a:r>
              <a:rPr lang="en-IN" sz="1300" dirty="0" err="1">
                <a:latin typeface="Times New Roman" panose="02020603050405020304" pitchFamily="18" charset="0"/>
                <a:cs typeface="Times New Roman" panose="02020603050405020304" pitchFamily="18" charset="0"/>
              </a:rPr>
              <a:t>XLNet</a:t>
            </a:r>
            <a:r>
              <a:rPr lang="en-IN" sz="1300" dirty="0">
                <a:latin typeface="Times New Roman" panose="02020603050405020304" pitchFamily="18" charset="0"/>
                <a:cs typeface="Times New Roman" panose="02020603050405020304" pitchFamily="18" charset="0"/>
              </a:rPr>
              <a:t>, </a:t>
            </a:r>
            <a:r>
              <a:rPr lang="en-IN" sz="1300" dirty="0" err="1">
                <a:latin typeface="Times New Roman" panose="02020603050405020304" pitchFamily="18" charset="0"/>
                <a:cs typeface="Times New Roman" panose="02020603050405020304" pitchFamily="18" charset="0"/>
              </a:rPr>
              <a:t>RoBERTa</a:t>
            </a:r>
            <a:r>
              <a:rPr lang="en-IN" sz="1300" dirty="0">
                <a:latin typeface="Times New Roman" panose="02020603050405020304" pitchFamily="18" charset="0"/>
                <a:cs typeface="Times New Roman" panose="02020603050405020304" pitchFamily="18" charset="0"/>
              </a:rPr>
              <a:t>, and </a:t>
            </a:r>
            <a:r>
              <a:rPr lang="en-IN" sz="1300" dirty="0" err="1">
                <a:latin typeface="Times New Roman" panose="02020603050405020304" pitchFamily="18" charset="0"/>
                <a:cs typeface="Times New Roman" panose="02020603050405020304" pitchFamily="18" charset="0"/>
              </a:rPr>
              <a:t>BigBird</a:t>
            </a:r>
            <a:r>
              <a:rPr lang="en-IN" sz="1300" dirty="0">
                <a:latin typeface="Times New Roman" panose="02020603050405020304" pitchFamily="18" charset="0"/>
                <a:cs typeface="Times New Roman" panose="02020603050405020304" pitchFamily="18" charset="0"/>
              </a:rPr>
              <a:t> for Emotion Detection in Conversational Text, ResearchGate, Preprint, 2025.</a:t>
            </a:r>
          </a:p>
          <a:p>
            <a:endParaRPr lang="en-IN" sz="1300" dirty="0">
              <a:latin typeface="Times New Roman" panose="02020603050405020304" pitchFamily="18" charset="0"/>
              <a:cs typeface="Times New Roman" panose="02020603050405020304" pitchFamily="18" charset="0"/>
            </a:endParaRPr>
          </a:p>
          <a:p>
            <a:r>
              <a:rPr lang="en-IN" sz="1300" dirty="0">
                <a:latin typeface="Times New Roman" panose="02020603050405020304" pitchFamily="18" charset="0"/>
                <a:cs typeface="Times New Roman" panose="02020603050405020304" pitchFamily="18" charset="0"/>
              </a:rPr>
              <a:t>[3]F. Anzum and M. L. Gavrilova, Emotion Detection From Micro-Blogs Using Novel Input Representation, IEEE Access, vol. 11, pp. 19512–19522, 2023.</a:t>
            </a:r>
          </a:p>
          <a:p>
            <a:endParaRPr lang="en-IN" sz="1300" dirty="0">
              <a:latin typeface="Times New Roman" panose="02020603050405020304" pitchFamily="18" charset="0"/>
              <a:cs typeface="Times New Roman" panose="02020603050405020304" pitchFamily="18" charset="0"/>
            </a:endParaRPr>
          </a:p>
          <a:p>
            <a:r>
              <a:rPr lang="en-IN" sz="1300" dirty="0">
                <a:latin typeface="Times New Roman" panose="02020603050405020304" pitchFamily="18" charset="0"/>
                <a:cs typeface="Times New Roman" panose="02020603050405020304" pitchFamily="18" charset="0"/>
              </a:rPr>
              <a:t>[4]B. Praneeth, Mohana, E. C. </a:t>
            </a:r>
            <a:r>
              <a:rPr lang="en-IN" sz="1300" dirty="0" err="1">
                <a:latin typeface="Times New Roman" panose="02020603050405020304" pitchFamily="18" charset="0"/>
                <a:cs typeface="Times New Roman" panose="02020603050405020304" pitchFamily="18" charset="0"/>
              </a:rPr>
              <a:t>Nattem</a:t>
            </a:r>
            <a:r>
              <a:rPr lang="en-IN" sz="1300" dirty="0">
                <a:latin typeface="Times New Roman" panose="02020603050405020304" pitchFamily="18" charset="0"/>
                <a:cs typeface="Times New Roman" panose="02020603050405020304" pitchFamily="18" charset="0"/>
              </a:rPr>
              <a:t>, K. Jetti, B. K. Kavyashree, D. Rakshitha, P. R. Kumar, and K. Sreelakshmi, Optimization of Customer Feedback Summarization Using Large Language Models (LLM) and Advanced Retrieval-Augmented Generation, IEEE Access, vol. 13, pp. 124319–124332, 2025, </a:t>
            </a:r>
            <a:r>
              <a:rPr lang="en-IN" sz="1300" dirty="0" err="1">
                <a:latin typeface="Times New Roman" panose="02020603050405020304" pitchFamily="18" charset="0"/>
                <a:cs typeface="Times New Roman" panose="02020603050405020304" pitchFamily="18" charset="0"/>
              </a:rPr>
              <a:t>doi</a:t>
            </a:r>
            <a:r>
              <a:rPr lang="en-IN" sz="1300" dirty="0">
                <a:latin typeface="Times New Roman" panose="02020603050405020304" pitchFamily="18" charset="0"/>
                <a:cs typeface="Times New Roman" panose="02020603050405020304" pitchFamily="18" charset="0"/>
              </a:rPr>
              <a:t>: 10.1109/ACCESS.2025.3588337.</a:t>
            </a:r>
          </a:p>
          <a:p>
            <a:endParaRPr lang="en-IN" sz="1300" dirty="0">
              <a:latin typeface="Times New Roman" panose="02020603050405020304" pitchFamily="18" charset="0"/>
              <a:cs typeface="Times New Roman" panose="02020603050405020304" pitchFamily="18" charset="0"/>
            </a:endParaRPr>
          </a:p>
          <a:p>
            <a:r>
              <a:rPr lang="en-IN" sz="1300" dirty="0">
                <a:latin typeface="Times New Roman" panose="02020603050405020304" pitchFamily="18" charset="0"/>
                <a:cs typeface="Times New Roman" panose="02020603050405020304" pitchFamily="18" charset="0"/>
              </a:rPr>
              <a:t>[5]B. Khan, M. Usman, I. Khan, J. Khan, D. Hussain, and Y. H. Gu, Next-Generation Text Summarization: A T5-LSTM </a:t>
            </a:r>
            <a:r>
              <a:rPr lang="en-IN" sz="1300" dirty="0" err="1">
                <a:latin typeface="Times New Roman" panose="02020603050405020304" pitchFamily="18" charset="0"/>
                <a:cs typeface="Times New Roman" panose="02020603050405020304" pitchFamily="18" charset="0"/>
              </a:rPr>
              <a:t>FusionNet</a:t>
            </a:r>
            <a:r>
              <a:rPr lang="en-IN" sz="1300" dirty="0">
                <a:latin typeface="Times New Roman" panose="02020603050405020304" pitchFamily="18" charset="0"/>
                <a:cs typeface="Times New Roman" panose="02020603050405020304" pitchFamily="18" charset="0"/>
              </a:rPr>
              <a:t> Hybrid Approach, IEEE Access, vol. 13, pp. 37557–37571, 2025.</a:t>
            </a:r>
          </a:p>
          <a:p>
            <a:endParaRPr lang="en-IN" sz="1300" dirty="0">
              <a:latin typeface="Times New Roman" panose="02020603050405020304" pitchFamily="18" charset="0"/>
              <a:cs typeface="Times New Roman" panose="02020603050405020304" pitchFamily="18" charset="0"/>
            </a:endParaRPr>
          </a:p>
          <a:p>
            <a:r>
              <a:rPr lang="en-US" sz="1300" dirty="0">
                <a:latin typeface="Times New Roman" panose="02020603050405020304" pitchFamily="18" charset="0"/>
                <a:cs typeface="Times New Roman" panose="02020603050405020304" pitchFamily="18" charset="0"/>
              </a:rPr>
              <a:t>[6]A. de León </a:t>
            </a:r>
            <a:r>
              <a:rPr lang="en-US" sz="1300" dirty="0" err="1">
                <a:latin typeface="Times New Roman" panose="02020603050405020304" pitchFamily="18" charset="0"/>
                <a:cs typeface="Times New Roman" panose="02020603050405020304" pitchFamily="18" charset="0"/>
              </a:rPr>
              <a:t>Languré</a:t>
            </a:r>
            <a:r>
              <a:rPr lang="en-US" sz="1300" dirty="0">
                <a:latin typeface="Times New Roman" panose="02020603050405020304" pitchFamily="18" charset="0"/>
                <a:cs typeface="Times New Roman" panose="02020603050405020304" pitchFamily="18" charset="0"/>
              </a:rPr>
              <a:t> and M. </a:t>
            </a:r>
            <a:r>
              <a:rPr lang="en-US" sz="1300" dirty="0" err="1">
                <a:latin typeface="Times New Roman" panose="02020603050405020304" pitchFamily="18" charset="0"/>
                <a:cs typeface="Times New Roman" panose="02020603050405020304" pitchFamily="18" charset="0"/>
              </a:rPr>
              <a:t>Zareei</a:t>
            </a:r>
            <a:r>
              <a:rPr lang="en-US" sz="1300" dirty="0">
                <a:latin typeface="Times New Roman" panose="02020603050405020304" pitchFamily="18" charset="0"/>
                <a:cs typeface="Times New Roman" panose="02020603050405020304" pitchFamily="18" charset="0"/>
              </a:rPr>
              <a:t>, Evaluating the Effect of Emotion Models on the Generalizability of Text Emotion Detection Systems, IEEE Access, vol. 12, pp. 70489–70500, 2024, </a:t>
            </a:r>
            <a:r>
              <a:rPr lang="en-US" sz="1300" dirty="0" err="1">
                <a:latin typeface="Times New Roman" panose="02020603050405020304" pitchFamily="18" charset="0"/>
                <a:cs typeface="Times New Roman" panose="02020603050405020304" pitchFamily="18" charset="0"/>
              </a:rPr>
              <a:t>doi</a:t>
            </a:r>
            <a:r>
              <a:rPr lang="en-US" sz="1300" dirty="0">
                <a:latin typeface="Times New Roman" panose="02020603050405020304" pitchFamily="18" charset="0"/>
                <a:cs typeface="Times New Roman" panose="02020603050405020304" pitchFamily="18" charset="0"/>
              </a:rPr>
              <a:t>: 10.1109/ACCESS.2024.3401203.</a:t>
            </a:r>
          </a:p>
          <a:p>
            <a:endParaRPr lang="en-IN" sz="1300" dirty="0">
              <a:latin typeface="Times New Roman" panose="02020603050405020304" pitchFamily="18" charset="0"/>
              <a:cs typeface="Times New Roman" panose="02020603050405020304" pitchFamily="18" charset="0"/>
            </a:endParaRPr>
          </a:p>
          <a:p>
            <a:r>
              <a:rPr lang="en-US" sz="1300" dirty="0">
                <a:latin typeface="Times New Roman" panose="02020603050405020304" pitchFamily="18" charset="0"/>
                <a:cs typeface="Times New Roman" panose="02020603050405020304" pitchFamily="18" charset="0"/>
              </a:rPr>
              <a:t>[7]S. Unnisa and A. N. S., Personalized Mood-Centric Book Recommendation Integrating Machine Learning with Content-Based Filtering, International Journal of Novel Research and Development (IJNRD), vol. 9, no. 5, pp. a737–a743, 2024.</a:t>
            </a:r>
          </a:p>
          <a:p>
            <a:endParaRPr lang="en-IN" sz="1300" dirty="0">
              <a:latin typeface="Times New Roman" panose="02020603050405020304" pitchFamily="18" charset="0"/>
              <a:cs typeface="Times New Roman" panose="02020603050405020304" pitchFamily="18" charset="0"/>
            </a:endParaRPr>
          </a:p>
          <a:p>
            <a:r>
              <a:rPr lang="en-IN" sz="1300" dirty="0">
                <a:latin typeface="Times New Roman" panose="02020603050405020304" pitchFamily="18" charset="0"/>
                <a:cs typeface="Times New Roman" panose="02020603050405020304" pitchFamily="18" charset="0"/>
              </a:rPr>
              <a:t>[8]N. Tennakoon, O. </a:t>
            </a:r>
            <a:r>
              <a:rPr lang="en-IN" sz="1300" dirty="0" err="1">
                <a:latin typeface="Times New Roman" panose="02020603050405020304" pitchFamily="18" charset="0"/>
                <a:cs typeface="Times New Roman" panose="02020603050405020304" pitchFamily="18" charset="0"/>
              </a:rPr>
              <a:t>Senaweera</a:t>
            </a:r>
            <a:r>
              <a:rPr lang="en-IN" sz="1300" dirty="0">
                <a:latin typeface="Times New Roman" panose="02020603050405020304" pitchFamily="18" charset="0"/>
                <a:cs typeface="Times New Roman" panose="02020603050405020304" pitchFamily="18" charset="0"/>
              </a:rPr>
              <a:t>, and H. A. S. G. </a:t>
            </a:r>
            <a:r>
              <a:rPr lang="en-IN" sz="1300" dirty="0" err="1">
                <a:latin typeface="Times New Roman" panose="02020603050405020304" pitchFamily="18" charset="0"/>
                <a:cs typeface="Times New Roman" panose="02020603050405020304" pitchFamily="18" charset="0"/>
              </a:rPr>
              <a:t>Dharmarathne</a:t>
            </a:r>
            <a:r>
              <a:rPr lang="en-IN" sz="1300" dirty="0">
                <a:latin typeface="Times New Roman" panose="02020603050405020304" pitchFamily="18" charset="0"/>
                <a:cs typeface="Times New Roman" panose="02020603050405020304" pitchFamily="18" charset="0"/>
              </a:rPr>
              <a:t>, Emotion-Based Movie Recommendation System, International Journal on Advances in ICT for Emerging Regions (</a:t>
            </a:r>
            <a:r>
              <a:rPr lang="en-IN" sz="1300" dirty="0" err="1">
                <a:latin typeface="Times New Roman" panose="02020603050405020304" pitchFamily="18" charset="0"/>
                <a:cs typeface="Times New Roman" panose="02020603050405020304" pitchFamily="18" charset="0"/>
              </a:rPr>
              <a:t>ICTer</a:t>
            </a:r>
            <a:r>
              <a:rPr lang="en-IN" sz="1300" dirty="0">
                <a:latin typeface="Times New Roman" panose="02020603050405020304" pitchFamily="18" charset="0"/>
                <a:cs typeface="Times New Roman" panose="02020603050405020304" pitchFamily="18" charset="0"/>
              </a:rPr>
              <a:t>), vol. 17, no. 1, pp. 35–39, 2024.</a:t>
            </a:r>
          </a:p>
          <a:p>
            <a:endParaRPr lang="en-IN" sz="1300" dirty="0">
              <a:latin typeface="Times New Roman" panose="02020603050405020304" pitchFamily="18" charset="0"/>
              <a:cs typeface="Times New Roman" panose="02020603050405020304" pitchFamily="18" charset="0"/>
            </a:endParaRPr>
          </a:p>
          <a:p>
            <a:r>
              <a:rPr lang="en-US" sz="1300" dirty="0">
                <a:latin typeface="Times New Roman" panose="02020603050405020304" pitchFamily="18" charset="0"/>
                <a:cs typeface="Times New Roman" panose="02020603050405020304" pitchFamily="18" charset="0"/>
              </a:rPr>
              <a:t>[9]N. Krishnakumar, M. K. K., and S. E. T., Mood-Based Recommender: Music and Book Recommendations, International Journal of Novel Research and Development (IJNRD), vol. 9, no. 5, pp. a737–a743, 2024.</a:t>
            </a:r>
            <a:endParaRPr lang="en-IN" sz="1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19"/>
          <p:cNvSpPr txBox="1">
            <a:spLocks noGrp="1"/>
          </p:cNvSpPr>
          <p:nvPr>
            <p:ph type="body" idx="1"/>
          </p:nvPr>
        </p:nvSpPr>
        <p:spPr>
          <a:xfrm>
            <a:off x="1913645" y="1447800"/>
            <a:ext cx="9994837" cy="4800600"/>
          </a:xfrm>
          <a:prstGeom prst="rect">
            <a:avLst/>
          </a:prstGeom>
          <a:noFill/>
          <a:ln>
            <a:noFill/>
          </a:ln>
        </p:spPr>
        <p:txBody>
          <a:bodyPr spcFirstLastPara="1" wrap="square" lIns="91425" tIns="45700" rIns="91425" bIns="45700" anchor="t" anchorCtr="0">
            <a:normAutofit/>
          </a:bodyPr>
          <a:lstStyle/>
          <a:p>
            <a:pPr marL="365760" lvl="0" indent="-283210" algn="l" rtl="0">
              <a:lnSpc>
                <a:spcPct val="100000"/>
              </a:lnSpc>
              <a:spcBef>
                <a:spcPts val="0"/>
              </a:spcBef>
              <a:spcAft>
                <a:spcPts val="0"/>
              </a:spcAft>
              <a:buSzPts val="4800"/>
              <a:buNone/>
            </a:pPr>
            <a:endParaRPr sz="6000" dirty="0">
              <a:latin typeface="Times New Roman" panose="02020603050405020304"/>
              <a:ea typeface="Times New Roman" panose="02020603050405020304"/>
              <a:cs typeface="Times New Roman" panose="02020603050405020304"/>
              <a:sym typeface="Times New Roman" panose="02020603050405020304"/>
            </a:endParaRPr>
          </a:p>
          <a:p>
            <a:pPr marL="365760" lvl="0" indent="-283210" algn="ctr" rtl="0">
              <a:lnSpc>
                <a:spcPct val="100000"/>
              </a:lnSpc>
              <a:spcBef>
                <a:spcPts val="600"/>
              </a:spcBef>
              <a:spcAft>
                <a:spcPts val="0"/>
              </a:spcAft>
              <a:buSzPts val="4800"/>
              <a:buNone/>
            </a:pPr>
            <a:r>
              <a:rPr lang="en-US" sz="6000" dirty="0">
                <a:latin typeface="Times New Roman" panose="02020603050405020304"/>
                <a:ea typeface="Times New Roman" panose="02020603050405020304"/>
                <a:cs typeface="Times New Roman" panose="02020603050405020304"/>
                <a:sym typeface="Times New Roman" panose="02020603050405020304"/>
              </a:rPr>
              <a:t>Thank You....!!!!</a:t>
            </a:r>
            <a:endParaRPr sz="6000"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245" name="Google Shape;245;p19"/>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19</a:t>
            </a:fld>
            <a:endParaRPr lang="en-US"/>
          </a:p>
        </p:txBody>
      </p:sp>
    </p:spTree>
  </p:cSld>
  <p:clrMapOvr>
    <a:masterClrMapping/>
  </p:clrMapOvr>
</p:sld>
</file>

<file path=ppt/theme/theme1.xml><?xml version="1.0" encoding="utf-8"?>
<a:theme xmlns:a="http://schemas.openxmlformats.org/drawingml/2006/main" name="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691</TotalTime>
  <Words>2495</Words>
  <Application>Microsoft Office PowerPoint</Application>
  <PresentationFormat>Custom</PresentationFormat>
  <Paragraphs>258</Paragraphs>
  <Slides>19</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Times New Roman</vt:lpstr>
      <vt:lpstr>Wingdings</vt:lpstr>
      <vt:lpstr>Calibri</vt:lpstr>
      <vt:lpstr>Arial</vt:lpstr>
      <vt:lpstr>Noto Sans Symbols</vt:lpstr>
      <vt:lpstr>Gill Sans</vt:lpstr>
      <vt:lpstr>Solstice</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           </vt:lpstr>
      <vt:lpstr>           </vt:lpstr>
      <vt:lpstr>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Jenil Rathod</dc:creator>
  <cp:lastModifiedBy>Jenil Rathod</cp:lastModifiedBy>
  <cp:revision>36</cp:revision>
  <dcterms:created xsi:type="dcterms:W3CDTF">2025-09-18T10:50:52Z</dcterms:created>
  <dcterms:modified xsi:type="dcterms:W3CDTF">2025-11-15T07:23:18Z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994557BA13034CF89CE1F3A490FCD5E2_12</vt:lpwstr>
  </property>
  <property fmtid="{D5CDD505-2E9C-101B-9397-08002B2CF9AE}" pid="3" name="KSOProductBuildVer">
    <vt:lpwstr>1033-12.2.0.22549</vt:lpwstr>
  </property>
</Properties>
</file>